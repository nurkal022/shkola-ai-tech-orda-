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37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5966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34D39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5966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Создание production API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помощью FastAPI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Высокопроизводительный бэкенд для AI-приложений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685800" cy="685800"/>
          </a:xfrm>
          <a:prstGeom prst="ellipse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14310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3200400" y="128016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276" y="14310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эндпоинты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9"/>
          <p:cNvSpPr/>
          <p:nvPr/>
        </p:nvSpPr>
        <p:spPr>
          <a:xfrm>
            <a:off x="5394960" y="1280160"/>
            <a:ext cx="685800" cy="6858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14310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2"/>
          <p:cNvSpPr/>
          <p:nvPr/>
        </p:nvSpPr>
        <p:spPr>
          <a:xfrm>
            <a:off x="7589520" y="128016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0396" y="14310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фоновые задачи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6576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5"/>
          <p:cNvSpPr/>
          <p:nvPr/>
        </p:nvSpPr>
        <p:spPr>
          <a:xfrm>
            <a:off x="1005840" y="324612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716" y="339699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Аутентификация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56032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18"/>
          <p:cNvSpPr/>
          <p:nvPr/>
        </p:nvSpPr>
        <p:spPr>
          <a:xfrm>
            <a:off x="3200400" y="324612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1276" y="33969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65176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Производитель-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ность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21"/>
          <p:cNvSpPr/>
          <p:nvPr/>
        </p:nvSpPr>
        <p:spPr>
          <a:xfrm>
            <a:off x="5394960" y="324612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5836" y="339699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632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деплой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94944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24"/>
          <p:cNvSpPr/>
          <p:nvPr/>
        </p:nvSpPr>
        <p:spPr>
          <a:xfrm>
            <a:off x="7589520" y="324612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0396" y="339699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Ваш AI-агент — это мозг.</a:t>
            </a:r>
            <a:endParaRPr lang="en-US" sz="2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— это нервная система,</a:t>
            </a:r>
            <a:endParaRPr lang="en-US" sz="2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которая соединяет мозг</a:t>
            </a:r>
            <a:endParaRPr lang="en-US" sz="2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 внешним миром.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API — агент умеет всё, но никто не может с ним поговорить.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AI-приложению API?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Доступность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Фронтенд, мобильное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приложение, Telegram-бот,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все общаются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агентом через HTTP.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API — только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командная строка.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24612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Масштабируемость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API-сервер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обслуживает тысячи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 параллельно.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Горизонтальное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17220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Контроль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аутентификация, логирование,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мониторинг.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решаете кто, когда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сколько может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агента.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96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FastAPI?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самый быстрорастущий Python-фреймворк. Используется в Microsoft, Uber, Netflix, OpenAI. Вот почему он идеален для AI-приложений: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3152" cy="475488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native — LLM-вызовы долгие (2–30 сек). Async позволяет обрабатывать другие запросы, пока ждём ответ от модели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73152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из коробки — StreamingResponse для потоковой генерации. Пользователь видит текст по мере генерации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73152" cy="47548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Автодокументация — Swagger UI и ReDoc генерируются автоматически из type hints. Фронтенд-разработчик сразу видит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73152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валидация — входные данные проверяются автоматически. Невалидный JSON → 422 ошибка, не crash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73152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1005840" y="429768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 — на уровне Node.js и Go. Быстрее Flask в 3–5×. Основан на Starlette и Uvicorn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 vs FastAPI для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Синхронный по умолчанию.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Oдин LLM-запрос = заблокированный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сервер. Другие клиенты ждут.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встроенной валидации.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автодокументации.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streaming из коробки.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 для простых REST API,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не для AI-приложений.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из коробки.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ждём LLM — обрабатываем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запросы. Параллельность!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модели = валидация.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= документация.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StreamingResponse = streaming.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для современных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высоконагруженных приложений.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FastAPI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Минимальный FastAPI-сервер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029200" cy="3429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 import FastAPI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FastAPI(title="AI Agent API")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Query(BaseModel):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temperature: float = 0.7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Response(BaseModel):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tokens_used: int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@app.post("/chat", response_model=Response)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chat(query: Query):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call_llm(query.message)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answer=result.text,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tokens_used=result.usage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60720" y="1051560"/>
            <a:ext cx="3017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здесь происходит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модель Query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валидирует входные данные.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response_model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гарантирует формат ответа.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 — эндпоинт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блокирует сервер.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доступен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адресу /docs.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Запуск: uvicorn main:app --reload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автоматически доступен на http://localhost:8000/docs — можно тестировать API прямо из браузера.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 AI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solidFill>
            <a:srgbClr val="94A3B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Клиент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(фронт, бот)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solidFill>
            <a:srgbClr val="0096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сервер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(OpenAI, local)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(RAG)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508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Кэш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(Redis)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центральный хаб. Он принимает запросы от клиентов, маршрутизирует их к нужным компонентам (LLM, RAG, кэш) и возвращает результат.</a:t>
            </a: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endParaRPr lang="en-US" sz="14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FastAPI не содержит бизнес-логику агента — он только «оборачивает» её в HTTP-интерфейс. Агент живёт отдельно, API — это обёртка.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Pydantic: валидация входа и выхода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модели — это контракт между фронтендом и бэкендом. Если клиент пришлёт невалидные данные — FastAPI вернёт 422 ошибку с описанием, что не так.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931920" cy="301752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3931920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Входная модель (Request)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566160" cy="2286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ChatRequest(BaseModel):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str       # обязательно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session_id: str | None =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temperature: float = 0.7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max_tokens: int = 1000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stream: bool = False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 Config: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json_schema_extra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"example":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"message": "Что такое RAG?"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3931920" cy="30175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4846320" y="17373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Выходная модель (Response)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3566160" cy="2286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166360" y="237744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ChatResponse(BaseModel):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sources: list[str] = 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tokens_used: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latency_ms: float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session_id: str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ErrorResponse(BaseModel):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str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status_code: int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Streaming: потоковая генерация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 нужен streaming?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22860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streaming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отправил запрос.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Ждёт 10 секунд. Ничего не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происходит. «Зависло?»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 бах — весь текст сразу.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228600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 streaming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отправил запрос.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0.5 сек видит первые слова.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появляется «как печатает».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Ощущение мгновенного ответа.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AI-приложений streaming — не опция, а необходимость. LLM генерирует токен за токеном — используйте это. Server-Sent Events (SSE) — самый простой протокол для streaming. Альтернатива: WebSocket для двусторонней связи.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 streaming в FastAPI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0919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fastapi.responses import StreamingResponse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generate_stream(message: str):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"""Генератор, который отдаёт токены по мере генерации"""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chunk in llm.astream(message):  # LangChain astream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f"data: {chunk.content}\n\n"    # SSE формат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"data: [DONE]\n\n"                   # Сигнал окончания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@app.post("/chat/stream")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chat_stream(query: ChatRequest):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StreamingResponse(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generate_stream(query.message),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media_type="text/event-stream",       # SSE content 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headers={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"Cache-Control": "no-cache",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"Connection": "keep-alive",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Клиент (JavaScript):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 response = await fetch("/chat/stream", {method: "POST", body: ...})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 reader = response.body.getReader()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(true) { const {value, done} = await reader.read(); ... 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и фоновые задачи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async критичен для AI API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LLM-вызов занимает 2–30 секунд. В синхронном сервере в это время сервер заблокирован — другие клиенты ждут. В async-сервере — сервер обрабатывает другие запросы.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931920" cy="164592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393192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 (Flask)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1: ████████████ 10 сек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2: ............████████████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3: ........................████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3931920" cy="16459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846320" y="17373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(FastAPI)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1: ████████████ 10 сек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2: ████████████ параллельно!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3: ████████████ параллельно!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все I/O-операции (LLM, DB, HTTP) делайте через await. Тяжёлые CPU-операции (embeddings) выносите в BackgroundTasks или отдельный воркер.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Фоновые задачи: не заставляйте клиента ждать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Иногда AI-обработка занимает минуты (research agent, batch processing). Клиенту не нужно ждать — верните task_id сразу, результат заберёт позже.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" y="1828800"/>
            <a:ext cx="1664208" cy="1371600"/>
          </a:xfrm>
          <a:prstGeom prst="rect">
            <a:avLst/>
          </a:prstGeom>
          <a:solidFill>
            <a:srgbClr val="94A3B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137160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{query}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19072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1828800"/>
            <a:ext cx="1664208" cy="1371600"/>
          </a:xfrm>
          <a:prstGeom prst="rect">
            <a:avLst/>
          </a:prstGeom>
          <a:solidFill>
            <a:srgbClr val="0096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1965960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 Accepted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{task_id}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47872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64208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3794760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Фоновая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обработка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94760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6672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1828800"/>
            <a:ext cx="1664208" cy="137160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623560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/result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/{task_id}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05472" y="2286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0" y="1828800"/>
            <a:ext cx="1664208" cy="137160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7452360" y="187452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{report}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269748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4747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сложных задач используйте Celery + Redis или просто asyncio.create_task(). Для простых — FastAPI BackgroundTasks.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Эндпоинты AI-приложения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Типичные эндпоинты AI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645920" cy="1097280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1430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чат-эндпоинт. Принимает message, возвращает answer. Синхронный ответ.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1645920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4846320" y="11430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/chat/stream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1430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чат, но с потоковой генерацией. SSE для real-time отображения.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1645920" cy="10972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377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Длинная задача (research agent). Возвращает task_id. Результат — отдельным запросом.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1645920" cy="10972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/result/{id}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37744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результат фоновой задачи. Статусы: pending, processing, completed, failed.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1645920" cy="10972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оценку пользователя. Thumbs up/down, комментарий. Для улучшения модели.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164592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4846320" y="36118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Healthcheck. Возвращает OK + метрики: uptime, model loaded, memory usage.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сессиями и памятью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AI-чат — это не single-shot API. Пользователь ведёт диалог. Нужно помнить контекст между запросами.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подхода к хранению истории: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286000" cy="64008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Клиент хранит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203911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история отправляется в каждом запросе. Просто, но много трафика и клиент видит всё.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228600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In-memory (dict)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81635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хранит историю в словаре по session_id. Быстро, но теряется при рестарте.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228600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822960" y="359359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/ PostgreSQL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59359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Персистентное хранилище. Переживает рестарты. Масштабируется. Production-вариант.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надёжность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Аутентификация: кто использует ваш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28800" cy="9601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1430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Простейший вариант. Клиент передаёт ключ в заголовке X-API-Key. Легко реализовать, подходит для внутренних сервисов и MVP.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82880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 (JSON Web Token)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2402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 для пользовательских приложений. Выдаётся при логине, содержит user_id и права. Верифицируется без обращения к БД.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828800" cy="9601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OAuth2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33756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Полноценная авторизация с third-party (Google, GitHub). Сложнее, но стандарт для public API.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AI API рекомендуется: API Key для B2B + rate limit по ключу. JWT для B2C + rate limit по user.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 и обработка ошибок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AI-запросы дорогие ($0.01–$0.10 каждый). Без лимитов один клиент может разорить ваш бюджет.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— библиотека для FastAPI: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запросов/минуту для free tier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запросов/минуту для pro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429 Too Many Requests при превышении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Храните счётчики в Redis для масштабирования.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02920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Обработка ошибок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AI-сервисы падают. OpenAI вернул 500. Модель сгенерировала невалидный JSON. Timeout.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Обязательно: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Retry с exponential backoff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Fallback на другую модель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Graceful degradation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error responses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Логирование каждой ошибки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 не отдавайте клиенту raw traceback!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Middleware: то, что работает «между»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— это функции, которые выполняются до и после каждого запроса. В FastAPI они добавляются одной строкой.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645920" cy="475488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55448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Разрешает запросы с фронтенда (другой домен). Без него — браузер блокирует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645920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14884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Логирование каждого запроса: время, метод, путь, статус, latency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64592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74320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ID для каждого запроса. Связывает логи API и трассировки LLM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164592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33756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 заголовок X-Process-Time к каждому ответу. Мониторинг latency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1645920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handler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93192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перехват ошибок. Красивый JSON вместо HTML-трейсбека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6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способов ускорить AI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45920" cy="3749040"/>
          </a:xfrm>
          <a:prstGeom prst="rect">
            <a:avLst/>
          </a:prstGeom>
          <a:solidFill>
            <a:srgbClr val="0096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914400" cy="914400"/>
          </a:xfrm>
          <a:prstGeom prst="ellipse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35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Кэширование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запросы →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кэш.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$$.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75104" y="1051560"/>
            <a:ext cx="1645920" cy="374904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2340864" y="123444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4356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6544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Pooling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066544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Переиспользуй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HTTP-соединения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LLM API.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httpx.AsyncClient.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67328" y="1051560"/>
            <a:ext cx="1645920" cy="374904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4133088" y="123444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4356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858768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asyncio.gather()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параллельных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вызовов.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вместе.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59552" y="1051560"/>
            <a:ext cx="1645920" cy="37490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5"/>
          <p:cNvSpPr/>
          <p:nvPr/>
        </p:nvSpPr>
        <p:spPr>
          <a:xfrm>
            <a:off x="5925312" y="12344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43560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50992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Timeouts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50992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таймауты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LLM (30 сек)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tools (10 сек).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висеть вечно.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51776" y="1051560"/>
            <a:ext cx="1645920" cy="374904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19"/>
          <p:cNvSpPr/>
          <p:nvPr/>
        </p:nvSpPr>
        <p:spPr>
          <a:xfrm>
            <a:off x="7717536" y="12344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8704" y="1435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43216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43216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Группировка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запросов.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вместо 1×100.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Мониторинг: что отслеживать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не можете улучшить то, что не измеряете. Добавьте метрики с первого дня.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0" cy="420624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latency_p50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554480"/>
            <a:ext cx="57607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3063240" y="15544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Медианное время ответа — ваш KPI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286000" cy="42062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latency_p99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057400"/>
            <a:ext cx="57607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3063240" y="20574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Хвостовая latency — worst case для пользователя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2286000" cy="42062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560320"/>
            <a:ext cx="57607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3063240" y="256032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 5xx ошибок. Цель: &lt; 0.1%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286000" cy="42062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tokens_per_request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063240"/>
            <a:ext cx="57607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3063240" y="306324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расход токенов. Контроль стоимости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2286000" cy="42062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requests_per_minute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3566160"/>
            <a:ext cx="57607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3063240" y="35661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Throughput. Нужно для capacity planning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2286000" cy="42062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548640" y="406908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cache_hit_rate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4069080"/>
            <a:ext cx="5760720" cy="42062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3063240" y="406908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запросов из кэша. Цель: &gt; 30% для FAQ-ботов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— стандарт. Для FastAPI: prometheus-fastapi-instrumentator.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7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и деплой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 для AI 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3749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python:3.11-slim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Зависимости отдельным слоем (кэш)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 requirements.txt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Код приложения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Порт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8000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Запуск с Uvicorn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workers = кол-во CPU cores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["uvicorn", "main:app",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"--host", "0.0.0.0",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"--port", "8000",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"--workers", "4"]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760720" y="1051560"/>
            <a:ext cx="30175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моменты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python:3.11-slim — маленький образ (150 MB vs 900 MB).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копируется отдельно — Docker кэширует слой.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--workers 4 — Uvicorn запустит 4 процесса. По числу CPU.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production: добавьте healthcheck, non-root user, .dockerignore.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Секреты (API keys) — через переменные среды, НЕ в Dockerfile!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Варианты деплоя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347472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VPS / VM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на своём сервере.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как reverse proxy.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через Let's Encrypt.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DevOps.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$5–$50/мес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Run / ECS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Контейнеры в облаке.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Автомасштабирование.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zero.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DevOps.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Платите за использование.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$10–$200/мес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644652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 / Render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auto deploy.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SSL, домен из коробки.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мониторинг.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DevOps.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 MVP.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$5–$25/мес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Checklist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HTTPS + валидный SSL сертификат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Аутентификация (API Key или JWT)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Rate limiting (per user / per key)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CORS настроен для вашего фронтенда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Structured logging (JSON) + request 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Health endpoint (/health)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Graceful shutdown (SIGTERM handling)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Секреты в env variables, не в коде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 image &lt; 500 MB, non-root user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383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Мониторинг: latency, errors, costs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все пункты зелёные — ваш API готов к продакшену.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8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пример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Полный пример: API для research-агента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Объединяем всё, что изучили: FastAPI + LangGraph агент + streaming + фоновые задачи + аутентификация.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463040" cy="1188720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/chat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(streaming)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737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чат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агентом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1463040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(async)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Длинное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исследование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463040" cy="1188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/result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/{task_id}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1463040" cy="1188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4846320" y="31089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/ws/chat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WebSocket: двусторонняя связь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SSE недостаточно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(Server-Sent Events) — односторонний поток: сервер отправляет клиенту. Для streaming ответов LLM этого хватает.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что если пользователь хочет прервать генерацию? Или отправить follow-up, не дожидаясь конца? Здесь нужен WebSocket — двусторонний канал.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поддерживает WebSocket из коробки: @app.websocket("/ws/chat"). Внутри — бесконечный цикл: получаем сообщение от клиента → отправляем ответ по частям → ждём следующее сообщение.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WebSocket для: интерактивных чат-ботов, collaborative editing с AI, real-time dashboards.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SSE для: простого streaming ответов, когда клиент только получает данные.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Тестирование AI API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 сложно тестировать: ответ LLM недетерминирован. Но базовые вещи можно и нужно покрывать тестами.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solidFill>
            <a:srgbClr val="00968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58191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LLM-вызовы. Проверяйте: валидация Pydantic, routing, error handling, auth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228600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35915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LLM. Проверяйте: end-to-end flow, streaming, session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2286000" cy="6400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822960" y="313639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tests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313639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или k6. Сколько concurrent users выдерживает? Где bottleneck?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228600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822960" y="3913632"/>
            <a:ext cx="21031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913632"/>
            <a:ext cx="5486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модели — это контракт. Если модель изменилась — фронтенд узнает из тестов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Разделяйте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бизнес-логику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обёртка.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живёт отдельно.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заменить API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изменения агента.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3832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 умолчанию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AI-ответов всегда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предлагайте streaming.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на обычный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ответ, если клиент не умеет.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630936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Версионируйте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/v1/chat, /v2/chat.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версии — без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ломки старых клиентов.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2743200" cy="7315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Timeout на всё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30 сек. Tools: 10 сек.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Общий: 60 сек. Если не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уложились — 504 Gateway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743200" cy="7315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338328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Логируйте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ID, user_id,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tokens, latency.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JSON-формат. Searchable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ELK / Loki.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2743200" cy="73152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630936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shutdown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 → завершаем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текущие запросы → закрываем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соединения → exit 0.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Подводные камни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20040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868680" y="10332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Синхронные вызовы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0" y="103327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вместо async def + requests вместо httpx → сервер блокируется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19072"/>
            <a:ext cx="3200400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868680" y="174650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rate limiting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7465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клиент шлёт 1000 запросов/мин → $100 за час на OpenAI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32304"/>
            <a:ext cx="320040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868680" y="245973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Секреты в коде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4597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ключи в git → скомпрометированы навсегда. Только env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45536"/>
            <a:ext cx="3200400" cy="5943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868680" y="31729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Нет healthcheck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1729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упал, но load balancer продолжает слать трафик. /health — обязательно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58768"/>
            <a:ext cx="3200400" cy="59436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868680" y="3886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error messages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видит Python traceback. Всегда оборачивайте в structured error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 проекта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749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ai-api/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main.py          # FastAPI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config.py        # Настройки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request.py   # Pydantic 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response.py  # Pydantic output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chat.py      # /chat endpoints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research.py  # /research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health.py    # /health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agent.py     # LangGraph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llm.py       # LLM 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cache.py     # Redis cache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middleware/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auth.py      # API Key / JWT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logging.py   # Request logging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utils/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Принципы организации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— отдельный файл для каждой группы эндпоинтов. Легко навигировать.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— бизнес-логика. Агент, LLM-клиент, кэш. Не зависят от FastAPI.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Pydantic модели. Контракт между API и клиентами.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— аутентификация, логирование, CORS. Подключаются к app глобально.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зеркалит структуру app/. Для каждого router — свой файл тестов.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docker-compose для полного стека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"3.8"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["8000:8000"]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env_file: .env                    # OPENAI_API_KEY, REDIS_URL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[redis]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healthcheck: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test: ["CMD", "curl", "-f", "http://localhost:8000/health"]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interval: 30s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timeout: 10s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retries: 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redis:7-alpine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["6379:6379"]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["redis_data:/data"]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nginx: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nginx:alpine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["80:80", "443:443"]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./nginx.conf:/etc/nginx/nginx.conf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./certs:/etc/nginx/certs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[api]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redis_data: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909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09194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Оберните своего агента в FastAPI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Создайте FastAPI-приложение с тремя эндпоинтами: POST /chat (синхронный), POST /chat/stream (streaming через SSE) и GET /health.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Pydantic модели для request и response. Проверьте, что невалидный JSON возвращает 422 с описанием ошибки.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Реализуйте streaming: используйте StreamingResponse + async generator. Протестируйте через curl или JavaScript EventSource.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простую аутентификацию через API Key (заголовок X-API-Key). Без ключа — 401.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Соберите Docker-образ. Запустите через docker-compose с Redis для кэширования.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добавьте WebSocket endpoint /ws/chat. Реализуйте фоновую задачу POST /research с получением результата через GET /result/{id}.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59669">
              <a:alpha val="75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475488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streaming, auto-docs, Pydantic — идеален для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1828800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572768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+ StreamingResponse: текст появляется по мере генерации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1828800" cy="47548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6400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139696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Параллельная обработка: пока ждём LLM — обслуживаем других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182880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640080" y="27066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706624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/ JWT + rate limiting + CORS + structured errors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1828800" cy="4754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640080" y="32735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Деплой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27355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Uvicorn workers + healthcheck + monitoring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1605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лекция: Контейнеризация и оркестрация — Kubernetes для AI-сервисов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531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3315</Words>
  <Application>Microsoft Macintosh PowerPoint</Application>
  <PresentationFormat>Экран (16:9)</PresentationFormat>
  <Paragraphs>644</Paragraphs>
  <Slides>41</Slides>
  <Notes>40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22: Production API с FastAPI</dc:title>
  <dc:subject>PptxGenJS Presentation</dc:subject>
  <dc:creator>PptxGenJS</dc:creator>
  <cp:lastModifiedBy>Қалжанов Нұрлыхан Ерланұлы</cp:lastModifiedBy>
  <cp:revision>2</cp:revision>
  <dcterms:created xsi:type="dcterms:W3CDTF">2026-03-27T13:38:19Z</dcterms:created>
  <dcterms:modified xsi:type="dcterms:W3CDTF">2026-03-27T14:40:37Z</dcterms:modified>
</cp:coreProperties>
</file>