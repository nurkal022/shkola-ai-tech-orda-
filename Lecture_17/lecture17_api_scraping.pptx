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8" d="100"/>
          <a:sy n="138" d="100"/>
        </p:scale>
        <p:origin x="1920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038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D9488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</a:t>
            </a:r>
            <a:r>
              <a:rPr lang="ru-RU" sz="16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 инструментов: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Внешние API и Веб-скрапинг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91440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31520" y="1133856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1" y="1242487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агентам инструменты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Tool-Use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1143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8288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731520" y="1911096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1" y="2019727"/>
            <a:ext cx="276515" cy="2765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Работа с внешними API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1732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аутентификация, обработка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9808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48640" y="26060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3"/>
          <p:cNvSpPr/>
          <p:nvPr/>
        </p:nvSpPr>
        <p:spPr>
          <a:xfrm>
            <a:off x="731520" y="2688336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51" y="2796967"/>
            <a:ext cx="276515" cy="2765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Веб-скрапинг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1732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BeautifulSoup, Selenium, Scrapy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49808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548640" y="33832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18"/>
          <p:cNvSpPr/>
          <p:nvPr/>
        </p:nvSpPr>
        <p:spPr>
          <a:xfrm>
            <a:off x="731520" y="3465576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1" y="3574207"/>
            <a:ext cx="276515" cy="27651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 с агентами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41732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Tools, цепочки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98080" y="3474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Shape 22"/>
          <p:cNvSpPr/>
          <p:nvPr/>
        </p:nvSpPr>
        <p:spPr>
          <a:xfrm>
            <a:off x="548640" y="41605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23"/>
          <p:cNvSpPr/>
          <p:nvPr/>
        </p:nvSpPr>
        <p:spPr>
          <a:xfrm>
            <a:off x="731520" y="4242816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51" y="4351447"/>
            <a:ext cx="276515" cy="27651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17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 и кейсы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41732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сценарии применения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49808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35" name="Text 28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инструменты — это суперсила агента?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"Сила агента определяется не моделью, а инструментами, которыми он владеет"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78" y="288401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Знание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хранит статичные знания, обученные до cutoff-даты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4343400" y="274320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218" y="288401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Доступ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2044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дают доступ к актуальным данным в реальном времени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3"/>
          <p:cNvSpPr/>
          <p:nvPr/>
        </p:nvSpPr>
        <p:spPr>
          <a:xfrm>
            <a:off x="7178040" y="2743200"/>
            <a:ext cx="640080" cy="640080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858" y="288401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Действие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550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не только думает — он может действовать в цифровом мире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Tool-Use в агентах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13716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Агент (LLM)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3200400"/>
            <a:ext cx="192024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918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68880" y="3200400"/>
            <a:ext cx="192024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329184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032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Скрапинг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63440" y="3200400"/>
            <a:ext cx="192024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29184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858000" y="3200400"/>
            <a:ext cx="192024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3291840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944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Файловая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572000" y="2743200"/>
            <a:ext cx="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3"/>
          <p:cNvSpPr/>
          <p:nvPr/>
        </p:nvSpPr>
        <p:spPr>
          <a:xfrm>
            <a:off x="4572000" y="2743200"/>
            <a:ext cx="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4"/>
          <p:cNvSpPr/>
          <p:nvPr/>
        </p:nvSpPr>
        <p:spPr>
          <a:xfrm>
            <a:off x="4572000" y="2743200"/>
            <a:ext cx="105156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5"/>
          <p:cNvSpPr/>
          <p:nvPr/>
        </p:nvSpPr>
        <p:spPr>
          <a:xfrm>
            <a:off x="4572000" y="2743200"/>
            <a:ext cx="324612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16"/>
          <p:cNvSpPr/>
          <p:nvPr/>
        </p:nvSpPr>
        <p:spPr>
          <a:xfrm>
            <a:off x="457200" y="10972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ставит задачу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решает, какой инструмент нужен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Вызывает инструмент с параметрами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результат и формирует ответ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API — окно агента в мир данных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API?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(Application Programming Interface)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Программный интерфейс, который позволяет приложениям обмениваться данными и выполнять действия друг у друга.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1887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Аналогия: официант в ресторане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(клиент) делаете заказ → официант (API) передаёт его на кухню (сервер) → приносит блюдо (ответ).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Популярные API для агентов: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OpenWeatherMap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0175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3383280" y="30175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35661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Геоданные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6217920" y="30175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/ Anthropic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LLM-ответы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7315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39319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Shape 26"/>
          <p:cNvSpPr/>
          <p:nvPr/>
        </p:nvSpPr>
        <p:spPr>
          <a:xfrm>
            <a:off x="3383280" y="39319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35661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 Vantage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30"/>
          <p:cNvSpPr/>
          <p:nvPr/>
        </p:nvSpPr>
        <p:spPr>
          <a:xfrm>
            <a:off x="6217920" y="3931920"/>
            <a:ext cx="64008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40080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Tavily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API: Основы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принципы REST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Клиент-сервер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фронтенда и бэкенда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содержит всю информацию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= Ресурс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api.example.com/users/123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формат обмена данными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 URL запроса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37760" y="1554480"/>
            <a:ext cx="35661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5074920" y="1645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https://api.weather.com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/v3/forecast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?city=Moscow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&amp;units=metric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&amp;apikey=YOUR_KEY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0175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+ домен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https://api.weather.com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 (путь)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/v3/forecast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запроса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?city=Moscow&amp;units=metric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HTTP-методы запросов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1887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Получение данных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информации из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731520" y="2221992"/>
            <a:ext cx="11887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731520" y="22219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Отправка данных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нового ресурса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731520" y="3182112"/>
            <a:ext cx="1188720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731520" y="3182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Обновление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замена ресурса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731520" y="4142232"/>
            <a:ext cx="118872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731520" y="41422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031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Удаление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0312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ресурса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1097280"/>
            <a:ext cx="3108960" cy="38404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566928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агентов чаще всего: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169164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получение данных (погода, новости, котировки)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отправка запроса к LLM, создание задач, отправка сообщений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— язык общения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 JSON-ответа API: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"city": "Москва",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"temperature": 22.5,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"humidity": 65,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"conditions": "ясно",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"wind":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"speed": 3.2,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"direction": "СЗ"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"forecast":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{"day": "Пн", "temp": 24},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{"day": "Вт", "temp": 21}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Типы данных в JSON: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"текст"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в кавычках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075688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5029200" y="20756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0756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075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Целые и дробные числа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2596896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5029200" y="25968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596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false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5968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 тип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3118104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5029200" y="31181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3118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3118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Пустое значение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3639312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5029200" y="3639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639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36393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Вложенный объект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4160520"/>
            <a:ext cx="11887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502920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160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значений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Аутентификация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в заголовке или параметре URL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24231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"X-API-Key": "abc123..."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69748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3474720" y="1115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Bearer Token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доступа (OAuth2)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286000"/>
            <a:ext cx="24231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3611880" y="2377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"Authorization":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"Bearer eyJhbGci..."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697480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6355080" y="1115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Auth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+ пароль (base64)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286000"/>
            <a:ext cx="24231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base64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creds = base64.b64encode(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b"user:pass"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 и обработка ограничений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Rate Limiting?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количества запросов к API за единицу времени. Превышение лимита приводит к ошибке 429 Too Many Requests.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6634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HTTP/1.1 429 Too Many Requests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Retry-After: 60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X-RateLimit-Remaining: 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2926080" cy="18288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Стратегии: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4630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Увеличивайте паузу между попытками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Кэширование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Сохраняйте ответы локально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 retry с backoff: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714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time, requests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api_call_with_retry(url, max_retries=3):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attempt in range(max_retries):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requests.get(url)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response.status_code == 429: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wait = 2 ** attempt  # 1, 2, 4 секунды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time.sleep(wait)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response.json()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Библиотека requests: работа с API на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0" cy="3749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GET-запрос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"https://api.openweathermap.org/data/2.5/weather",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params={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"q": "Moscow",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"appid": "YOUR_API_KEY",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"units": "metric"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Проверка статуса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response.status_code == 200: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response.json()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data["main"]["temp"]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print(f"Температура: {temp}°C")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print(f"Ошибка: {response.status_code}")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0" y="1051560"/>
            <a:ext cx="33832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Основные методы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requests.get()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GET-запрос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77840" y="1892808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577840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requests.post()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1892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POST-запрос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2231136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5577840" y="2231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2231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JSON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2569464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577840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.status_code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2569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ответа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907792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5577840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Заголовки ответа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3246120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557784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params={}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Query-параметры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3584448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5577840" y="3584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headers={}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HTTP-заголовки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77840" y="3922776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5577840" y="3922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json={}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3922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запроса (JSON)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4261104"/>
            <a:ext cx="164592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5577840" y="4261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timeout=10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42611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в секундах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POST-запрос: отправка данных в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017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74420"/>
            <a:ext cx="7955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Пример: отправка запроса к Anthropic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"https://api.anthropic.com/v1/messages",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"x-api-key": "YOUR_API_KEY",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"content-type": "application/json",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"anthropic-version": "2023-06-01"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"claude-sonnet-4-5-20250929",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"max_tokens": 1024,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"messages":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{"role": "user", "content": "Привет! Как дела?"}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response.json()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print(result["content"][0]["text"])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vs GET: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4069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передаёт данные в теле запроса (json={}), а не в URL-параметрах. Используется для создания ресурсов, отправки команд и взаимодействия с LLM.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Обработка ошибок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389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Коды ответов HTTP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успешен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47672"/>
            <a:ext cx="54864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640080" y="19476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947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Request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 параметрах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386584"/>
            <a:ext cx="548640" cy="3474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40080" y="23865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3865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386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Неверный API-ключ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825496"/>
            <a:ext cx="548640" cy="3474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640080" y="28254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28254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Forbidden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2825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прав доступа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264408"/>
            <a:ext cx="54864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640080" y="32644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264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Found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3264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не найден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54864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640080" y="3703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37033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Many Requests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Превышен лимит запросов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142232"/>
            <a:ext cx="54864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640080" y="41422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1422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Error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4142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на стороне сервера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20640" y="1051560"/>
            <a:ext cx="35661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530352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Паттерн обработки: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212080" y="1463040"/>
            <a:ext cx="329184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5349240" y="15544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requests.get(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timeout=10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resp.raise_for_status()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resp.json()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requests.Timeout: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print("Таймаут!")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requests.HTTPError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print(f"HTTP: {e}")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requests.JSONDecodeError: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print("Невалидный JSON")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print(f"Ошибка: {e}")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Практика: Погодный агент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0919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95528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WeatherTool: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"""Инструмент для получения данных о </a:t>
            </a:r>
            <a:r>
              <a:rPr lang="en-US" sz="1000" dirty="0" err="1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погоде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api_key: str):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self.api_key = api_key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self.base_url = "https://api.openweathermap.org/data/2.5/weather"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get_weather(self, city: str)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"""Получить текущую погоду для города"""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response = requests.get(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self.base_url,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params={"q": city, "appid": self.api_key, "units": "metric", "lang": "ru"},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timeout=10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response.raise_for_status()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 = response.json()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"city": data["name"],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"temp": data["main"]["temp"],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"description": data["weather"][0]["description"],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"humidity": data["main"]["humidity"]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Exception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{"error": str(e)}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Асинхронные API-запросы с aiohttp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10972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асинхронность?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часто вызывает несколько API одновременно. Синхронные запросы блокируют выполнение, а async позволяет параллельно ждать ответов.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2926080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9436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API × 2 сек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Sync: 10 сек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Async: ~2 сек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468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aiohttp, asyncio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fetch_data(session, url, params):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session.get(url, params=params) as resp: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await resp.json()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multi_api_call():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aiohttp.ClientSession() as session: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Параллельные запросы к разным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weather, news, stocks = await asyncio.gather(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fetch_data(session, "https://api.weather.com/...", {...}),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fetch_data(session, "https://newsapi.org/...", {...}),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fetch_data(session, "https://api.alphavantage.co/...", {...}),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{"weather": weather, "news": news, "stocks": stocks}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Веб-скрапинг — когда API недостаточно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веб-скрапинг?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Определение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извлечение данных из веб-страниц путём анализа их HTML-структуры. Используется, когда данные доступны в браузере, но нет API для их получения.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20116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vs Скрапинг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структурированные данные, стабильно, с разрешением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Скрапинг: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 публичные данные, но хрупко и может нарушать 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нужен скрапинг: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731520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Мониторинг цен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цен конкурентов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4846320" y="37490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029200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Агрегация данных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информации с нескольких сайтов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731520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Исследование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публикаций и статей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43891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4846320" y="43891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5029200" y="4416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не предоставляет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Основы HTML для скрапинга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0" cy="3200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&lt;head&gt;&lt;title&gt;Магазин&lt;/title&gt;&lt;/head&gt;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class="product"&gt;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 class="title"&gt;iPhone 16&lt;/h2&gt;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class="price"&gt;$999&lt;/span&gt;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class="desc"&gt;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Новейший смартфон Apple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href="/buy/iphone16"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class="btn"&gt;Купить&lt;/a&gt;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0" y="1051560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CSS-селекторы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1508760"/>
            <a:ext cx="1188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48640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h2, div, span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тегу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938528"/>
            <a:ext cx="1188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5486400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1938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.product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1938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классу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368296"/>
            <a:ext cx="1188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486400" y="23682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3682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23682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2798064"/>
            <a:ext cx="1188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5486400" y="27980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tag.class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7980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h2.title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27980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+ класс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3227832"/>
            <a:ext cx="1188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5486400" y="3227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 child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3227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span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32278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Вложенность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3657600"/>
            <a:ext cx="1188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548640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[attr]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[href]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атрибуту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(F12) → Elements → Ctrl+Shift+C для быстрого нахождения селекторов на странице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BeautifulSoup — парсинг HTML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bs4 import BeautifulSoup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Получаем HTML-страницу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"https://example.com/products"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= requests.get(url).text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Создаём объект BeautifulSoup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 = BeautifulSoup(html, "html.parser")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Находим элементы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= soup.find("h2", class_="title").text        # "iPhone 16"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soup.find("span", class_="price").text       # "$999"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= soup.find("a", class_="btn")["href"]          # "/buy/iphone16"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Все товары на странице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soup.find_all("div", class_="product")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product in products: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product.find("h2").text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= product.find("span", class_="price").text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{cost}")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BeautifulSoup: продвинутые методы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Навигация по DOM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CSS-селектор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soup.select("div.product &gt; h2")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Поиск по тексту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soup.find("h2", string="iPhone 16")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Навигация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tag.parent        # родитель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tag.children       # дети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tag.next_sibling   # соседний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Извлечение данных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tag.text           # текст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tag["href"]        # атрибут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tag.get("class")   # безопасно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tag.attrs          # все атрибуты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Полезные паттерны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47472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166360" y="15544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Regex-поиск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soup.find_all(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"a", href=re.compile(r"/product/\d+")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Извлечение таблицы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= soup.find("table")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tr in table.find_all("tr"):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cells = [td.text.strip()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td in tr.find_all("td")]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rows.append(cells)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Очистка текста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tag.get_text(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separator=" ", strip=True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Selenium — динамические страницы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0972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нужен Selenium?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JavaScript-рендеринг (SPA), бесконечная прокрутка, клики по кнопкам, заполнение форм, авторизация.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Альтернативы: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(Microsoft) — быстрее и стабильнее. Puppeteer (Node.js). Splash — для Scrapy.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28117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 import webdriver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selenium.webdriver.common.by import By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selenium.webdriver.support.ui import WebDriverWait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selenium.webdriver.support import expected_conditions as EC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= webdriver.Chrome()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driver.get("https://example.com/spa-page")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Ждём загрузки динамического контента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= WebDriverWait(driver, 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= wait.until(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EC.presence_of_element_located((By.CLASS_NAME, "product-card")))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Извлекаем данные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driver.find_elements(By.CLASS_NAME, "product-card")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 in products: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p.find_element(By.TAG_NAME, "h2").text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= p.find_element(By.CLASS_NAME, "price").text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driver.quit()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Scrapy — промышленный скрапинг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Возможности Scrapy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загрузка страниц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pipeline обработки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208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следование ссылкам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2768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Настраиваемые middleware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в JSON, CSV, XML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прокси и ротация UA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051560"/>
            <a:ext cx="4297680" cy="2103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526280" y="114300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scrapy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ProductSpider(scrapy.Spider):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"products"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start_urls = ["https://shop.com"]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parse(self, response):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card in response.css(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".product-card"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"name": card.css(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"h2::text").get(),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"price": card.css(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".price::text").get(),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Сравнение инструментов скрапинга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1188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JS-рендеринг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Лучше для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BeautifulSoup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Простые задачи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SPA, авторизация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плагины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Масштабный парсинг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Этика и легальность веб-скрапинга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Правила хорошего скрапера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1848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robots.txt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проверяйте и соблюдайте ограничения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7685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Terms of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Читайте условия использования сайта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35224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73152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Делайте паузы между запросами (1-5 сек)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9359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73152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Указывайте корректный User-Agent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25196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Персональные данные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собирайте ПД без согласия (GDPR)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 robots.txt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1554480"/>
            <a:ext cx="347472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5166360" y="16459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https://example.com/robots.txt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Disallow: /admin/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Disallow: /private/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Allow: /public/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Crawl-delay: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Sitemap: /sitemap.xml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Проверка в Python: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3611880"/>
            <a:ext cx="347472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516636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urllib.robotparser import\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RobotFileParser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 = RobotFileParser()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rp.set_url("https://site.com/robots.txt")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rp.read()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rp.can_fetch("*", "/products")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AI-агентами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LangChain: создание пользовательских инструментов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0919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langchain.tools import tool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langchain.agents import create_tool_calling_agent, AgentExecutor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ChatPromptTemplate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get_weather(city: str) -&gt; str: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"""Получить текущую погоду для указанного города"""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requests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requests.get(f"https://api.weather.com/v1?city={city}&amp;key=API_KEY")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resp.json()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f"Погода в {city}: {data['temp']}°C, {data['desc']}"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search_news(query: str) -&gt; str: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"""Найти последние новости по запросу"""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requests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requests.get(f"https://newsapi.org/v2/everything?q={query}&amp;apiKey=KEY")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articles = resp.json()["articles"][:3]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"\n".join([f"- {a['title']}" for a in articles])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Создаём агента с </a:t>
            </a: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инструментами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[get_weather, search_news]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ChatPromptTemplate.from_messages([...])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create_tool_calling_agent(llm, tools, prompt)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 скрапинга для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0919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langchain.tools import tool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bs4 import BeautifulSoup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scrape_product_info(url: str) -&gt; str: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"""Извлечь информацию о товаре с веб-страницы.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url: URL страницы товара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Строка с названием, ценой и описанием товара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headers = {"User-Agent": "Mozilla/5.0 (compatible; MyBot/1.0)"}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requests.get(url, headers=headers, timeout=10)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response.raise_for_status()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soup = BeautifulSoup(response.text, "html.parser")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= soup.find("h1", class_="product-title")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price = soup.find("span", class_="price")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 = soup.find("div", class_="description")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f"Название: {title.text.strip() if title else 'Не найдено'}\n"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f"Цена: {price.text.strip() if price else 'Не найдена'}\n"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f"Описание: {desc.text.strip()[:200] if desc else 'Нет описания'}"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f"Ошибка при скрапинге: {str(e)}"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Цепочки инструментов: мульти-шаговые задачи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600200" cy="18288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Пользователь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лучший ноутбук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$1000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600200" cy="18288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21031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 → Search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Поиск: 'best laptop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1000 2025'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600200" cy="182880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388620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 → Scraper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Скрапинг топ-3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результатов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23560" y="1188720"/>
            <a:ext cx="1600200" cy="182880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6692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 → LLM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 сравнение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06640" y="1188720"/>
            <a:ext cx="1600200" cy="18288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745236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Ответ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Принцип ReAct (Reasoning + Acting)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Нужно найти ноутбуки до $1000. Использую поиск.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</a:t>
            </a: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search_web("best laptop under 1000 2025")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</a:t>
            </a: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Найдено 10 результатов. Топ-3: Dell, Lenovo, ASUS.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Нужно получить детальные характеристики. Скрапю страницы.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Реальные кейсы: API + Скрапинг в агентах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Финансовый аналитик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Alpha Vantage для котировок + скрапинг новостей для анализа сентимента рынка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Мониторинг конкурентов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Скрапинг цен + API аналитики для автоматических отчётов об изменениях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Персональный ассистент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календаря + погоды + новостей для утреннего брифинга пользователю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02336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89204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Исследовательский агент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PubMed + скрапинг журналов для автоматического обзора литературы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029200" cy="530352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777240" y="10241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6187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аутентификация, обработка ошибок, async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029200" cy="530352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777240" y="16642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Скрапинг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BS4, Selenium, Scrapy — когда и зачем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5029200" cy="530352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777240" y="23042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54203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Tools, цепочки инструментов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5029200" cy="530352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777240" y="29443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Этика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18211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robots.txt, rate limiting, GDPR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3472</Words>
  <Application>Microsoft Macintosh PowerPoint</Application>
  <PresentationFormat>Экран (16:9)</PresentationFormat>
  <Paragraphs>712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4: Интеграция инструментов — API и Веб-скрапинг</dc:title>
  <dc:subject>PptxGenJS Presentation</dc:subject>
  <dc:creator>AI Agents Course</dc:creator>
  <cp:lastModifiedBy>Қалжанов Нұрлыхан Ерланұлы</cp:lastModifiedBy>
  <cp:revision>6</cp:revision>
  <dcterms:created xsi:type="dcterms:W3CDTF">2026-02-20T07:18:22Z</dcterms:created>
  <dcterms:modified xsi:type="dcterms:W3CDTF">2026-02-20T13:22:43Z</dcterms:modified>
</cp:coreProperties>
</file>