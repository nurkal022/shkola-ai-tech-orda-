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2563EB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60A5FA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2563EB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23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Контейнеризация, CI/CD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 облачное развёртывание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→ GitHub Actions → Railway / Vercel / Cloud Run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34747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Повестка лекции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280160"/>
            <a:ext cx="685800" cy="685800"/>
          </a:xfrm>
          <a:prstGeom prst="ellipse">
            <a:avLst/>
          </a:prstGeom>
          <a:solidFill>
            <a:srgbClr val="2496E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716" y="143103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основа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560320" y="109728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0" y="1280160"/>
            <a:ext cx="685800" cy="6858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6" y="143103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51760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Dockerfile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для AI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754880" y="109728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394960" y="1280160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836" y="1431036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46320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Compose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949440" y="109728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589520" y="1280160"/>
            <a:ext cx="685800" cy="6858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0396" y="1431036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40880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Actions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365760" y="306324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005840" y="3246120"/>
            <a:ext cx="685800" cy="6858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6716" y="3396996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7200" y="4069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Railway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2560320" y="306324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3200400" y="3246120"/>
            <a:ext cx="685800" cy="6858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1276" y="3396996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2651760" y="4069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Vercel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Run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4754880" y="306324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5394960" y="3246120"/>
            <a:ext cx="685800" cy="68580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5836" y="3396996"/>
            <a:ext cx="384048" cy="38404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846320" y="4069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Секреты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 безопасность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6949440" y="306324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7589520" y="3246120"/>
            <a:ext cx="685800" cy="6858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0396" y="3396996"/>
            <a:ext cx="384048" cy="38404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040880" y="4069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Практика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«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 меня на компьютере работает.</a:t>
            </a:r>
            <a:endParaRPr lang="en-US" sz="2600" dirty="0"/>
          </a:p>
          <a:p>
            <a:pPr indent="0" marL="0">
              <a:lnSpc>
                <a:spcPct val="140000"/>
              </a:lnSpc>
              <a:buNone/>
            </a:pPr>
            <a:endParaRPr lang="en-US" sz="2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Каждый разработчик перед тем,</a:t>
            </a:r>
            <a:endParaRPr lang="en-US" sz="2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как узнал про Docker.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решает проблему «работает на моей машине» раз и навсегда.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такое Docker и зачем он AI-приложению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743200" cy="64008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7899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Изоляция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Ваше приложение +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зависимости =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контейнер.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3.11, torch,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— всё внутри.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конфликтует с хостом.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51560"/>
            <a:ext cx="274320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07899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Переносимость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29000" y="19202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Контейнер работает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одинаково на вашем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ноутбуке, CI-сервере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в облаке.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«Works on my machine»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«Works everywhere».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0515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051560"/>
            <a:ext cx="274320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107899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Воспроизводимость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55080" y="19202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билд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детерминирован.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Откатить версию =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запустить старый образ.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Никаких «а что там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обновилось?»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96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Ключевые концепции Docker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828800" cy="594360"/>
          </a:xfrm>
          <a:prstGeom prst="rect">
            <a:avLst/>
          </a:prstGeom>
          <a:solidFill>
            <a:srgbClr val="2496ED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0058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0" y="100584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Снимок вашего приложения. Файловая система + код + зависимости. Как ISO-образ диска.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719072"/>
            <a:ext cx="1828800" cy="59436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1907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0" y="1719072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Запущенный экземпляр image. Изолированный процесс. Можно запустить 10 контейнеров из одного image.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432304"/>
            <a:ext cx="1828800" cy="59436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432304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2432304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Рецепт для сборки image. Инструкции: FROM, COPY, RUN, CMD. Текстовый файл.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145536"/>
            <a:ext cx="1828800" cy="59436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145536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3145536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Хранилище образов. Docker Hub, GitHub Container Registry, AWS ECR. Push/pull как git.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858768"/>
            <a:ext cx="1828800" cy="594360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385876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0" y="3858768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Постоянное хранилище данных. Контейнер можно пересоздать — данные останутся.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60A5FA">
              <a:alpha val="7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1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для AI-приложения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Dockerfile: пошаговый разбор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029200" cy="3749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4300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Базовый образ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python:3.11-slim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Рабочая директория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Зависимости (отдельный слой!)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requirements.txt 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--no-cache-dir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-r requirements.txt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Код приложения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Non-root user (безопасность)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useradd -m appuser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appuser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6. Healthcheck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HEALTHCHECK --interval=30s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CMD curl -f http://localhost:8000/health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7. Порт и запуск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8000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["uvicorn", "app.main:app",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"--host", "0.0.0.0", "--port", "8000"]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760720" y="1051560"/>
            <a:ext cx="30175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0" y="1097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Почему именно так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1508760"/>
            <a:ext cx="26517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python:3.11-slim — 150 MB вместо 900 MB (full).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отдельно — Docker кэширует этот слой. Код меняется часто, зависимости — редко.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user — контейнер не запускается от root. Безопасность.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 — оркестратор знает, жив ли контейнер.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--no-cache-dir — pip не хранит кэш. Образ меньше.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Multi-stage build: образ ещё меньше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AI-приложения тянут тяжёлые зависимости (torch, transformers). Multi-stage build отделяет сборку от запуска — финальный образ содержит только нужное.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3931920" cy="301752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737360"/>
            <a:ext cx="3931920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830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1: Builder (выбрасывается)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python:3.11 AS builder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Устанавливает все зависимости,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компилирует C-extensions,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скачивает модели.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Образ: ~2 GB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Содержит gcc, make, headers.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0" y="2926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846320" y="1737360"/>
            <a:ext cx="3931920" cy="301752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737360"/>
            <a:ext cx="393192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7830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2: Runtime (финальный)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33172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python:3.11-slim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--from=builder ...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runtime-зависимости.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gcc, нет headers.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Образ: ~500 MB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4× меньше!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Оптимизация Docker-образа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011680" cy="685800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.dockerignore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51760" y="1051560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Исключите: .git, __pycache__, .env, venv, node_modules. Контекст сборки меньше → билд быстрее.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83080"/>
            <a:ext cx="2011680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8288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Порядок COPY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51760" y="1828800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requirements.txt, потом код. Docker кэширует слои — зависимости не пересобираются.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60320"/>
            <a:ext cx="2011680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6060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--no-cache-dir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2606040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без кэша. Экономит 100–300 MB в финальном образе.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337560"/>
            <a:ext cx="2011680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383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Минимум RUN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51760" y="3383280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Объединяйте команды: RUN apt-get update &amp;&amp; apt-get install -y curl &amp;&amp; rm -rf /var/lib/apt/lists/*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114800"/>
            <a:ext cx="2011680" cy="6858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1605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Конкретные версии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51760" y="4160520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python:3.11.7-slim, не python:latest. Воспроизводимость!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Compose: весь стек одной командой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029200" cy="3749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4300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 ["8000:8000"]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env_file: .env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 [redis, postgres]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restart: unless-stopped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redis: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redis:7-alpine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 ["redis_data:/data"]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postgres: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pgvector/pgvector:pg16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POSTGRES_DB: ai_app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POSTGRES_PASSWORD: ${DB_PASS}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 ["pg_data:/var/lib/postgresql"]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redis_data: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pg_data: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760720" y="1051560"/>
            <a:ext cx="30175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0" y="1097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запускается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1508760"/>
            <a:ext cx="26517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— ваш FastAPI + LLM агент.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— кэш ответов LLM и session storage.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— PostgreSQL с поддержкой векторов для RAG.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команда: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-d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стек поднимается за 30 секунд.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Остановить: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down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60A5FA">
              <a:alpha val="7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2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автоматический деплой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— что это и зачем?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(Continuous Integration) — автоматическая проверка каждого commit: тесты, линтинг, сборка Docker-образа. Ловит ошибки до того, как они попадут в main.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(Continuous Deployment) — автоматический деплой после успешной CI. Push в main → через 5 минут новая версия в продакшене.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CI/CD: ручной деплой → забыли запустить тесты → сломали прод → откатили руками → потеряли 3 часа.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CI/CD: push → тесты → билд → деплой. Автоматически. Каждый раз. Без исключений.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Pipeline: от push до продакшена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" y="1097280"/>
            <a:ext cx="1645920" cy="1371600"/>
          </a:xfrm>
          <a:prstGeom prst="rect">
            <a:avLst/>
          </a:prstGeom>
          <a:solidFill>
            <a:srgbClr val="94A3B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" y="10972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push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737360" y="1508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965960" y="1097280"/>
            <a:ext cx="1645920" cy="137160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65960" y="10972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Lint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1508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794760" y="1097280"/>
            <a:ext cx="1645920" cy="1371600"/>
          </a:xfrm>
          <a:prstGeom prst="rect">
            <a:avLst/>
          </a:prstGeom>
          <a:solidFill>
            <a:srgbClr val="2496ED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94760" y="10972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94960" y="1508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623560" y="1097280"/>
            <a:ext cx="1645920" cy="137160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23560" y="10972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 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223760" y="1508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452360" y="1097280"/>
            <a:ext cx="1645920" cy="137160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52360" y="10972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Cloud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27432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шаг — это job в GitHub Actions. Если любой шаг упал — pipeline останавливается, деплоя не будет. Разработчик получает уведомление и чинит.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полного pipeline: 3–7 минут. Это быстрее, чем ручной деплой, и надёжнее — ни один шаг не пропущен.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Actions: workflow файл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749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43000"/>
            <a:ext cx="79552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Deploy AI App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push: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branches: [main]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actions/setup-python@v5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 { python-version: "3.11"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pip install -r requirements.txt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pytest tests/ -v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build-and-deploy: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needs: test                           # Только после успешных тестов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docker/build-push-action@v5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push: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tags: ghcr.io/${{ github.repository }}:latest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Deploy to Railway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railway up --service ${{ secrets.RAILWAY_SERVICE 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env: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RAILWAY_TOKEN: ${{ secrets.RAILWAY_TOKEN }}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тестировать в CI для AI-приложения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3152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0058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Pydantic модели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474720" y="100584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 request/response. Невалидный JSON → 422. Обязательные поля, типы, defaults.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719072"/>
            <a:ext cx="73152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1907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Endpoints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1719072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LLM → проверяем routing, auth, error handling. Без реальных API-вызовов.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432304"/>
            <a:ext cx="73152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43230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build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432304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 собирается без ошибок. docker build --target test для быстрой проверки.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145536"/>
            <a:ext cx="73152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14553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Lint &amp; Format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3145536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check + ruff format --check. Единый стиль кода. Автоматически.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858768"/>
            <a:ext cx="73152" cy="594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85876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 (optional)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3858768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evaluation на dataset. Блокирует деплой, если accuracy упала ниже порога.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Секреты: API-ключи никогда не в коде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OPENAI_API_KEY, DATABASE_URL, JWT_SECRET — всё это должно быть в переменных среды, не в коде. Никогда. Ни в Dockerfile, ни в compose, ни в git.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96012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8229600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6479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✕ Плохо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Хардкод в коде, .env в git, секрет в Dockerfile ARG — всё это утечка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96012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6207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Хорошо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Secrets → env в Actions. Railway Variables. .env в .gitignore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023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Проверьте прямо сейчас: git log --all -p | grep -i 'api_key\|secret\|password'. Если нашли — ротируйте ключи немедленно.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60A5FA">
              <a:alpha val="7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3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Облачное развёртывание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Railway: деплой за 2 минуты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— это платформа для деплоя, которая понимает Docker автоматически. Подключаете GitHub-репозиторий, указываете Dockerfile — и каждый push в main = новый деплой.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Railway делает за вас: SSL-сертификат, домен *.railway.app, автоперезапуск при падении, логи в реальном времени, переменные среды через UI.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Стоимость: $5/мес (Hobby) с 8 GB RAM и 8 vCPU. Для AI-приложений без GPU — идеально. Есть sleep для неиспользуемых сервисов.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GPU (inference) — используйте Modal, Replicate или AWS/GCP.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4114800"/>
            <a:ext cx="1828800" cy="45720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push = Deploy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34640" y="4114800"/>
            <a:ext cx="18288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2834640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SSL из коробки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37760" y="4114800"/>
            <a:ext cx="18288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$5/мес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40880" y="4114800"/>
            <a:ext cx="182880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0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Логи real-time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Деплой на Railway: пошагово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67512" y="1444752"/>
            <a:ext cx="36576" cy="1828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33272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33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05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2527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Подключите репозиторий к Railway через dashboard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7512" y="2039112"/>
            <a:ext cx="36576" cy="1828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627632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1600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18470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Добавьте OPENAI_API_KEY и другие секреты через UI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" y="2633472"/>
            <a:ext cx="36576" cy="1828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221992"/>
            <a:ext cx="457200" cy="457200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221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21945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Dockerfile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244144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автоматически находит Dockerfile и билдит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" y="3227832"/>
            <a:ext cx="36576" cy="1828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816352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816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2788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30358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даёт домен *.up.railway.app + можно свой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7512" y="3822192"/>
            <a:ext cx="36576" cy="1828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410712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410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97280" y="33832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Healthcheck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36301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Настройте /health эндпоинт — Railway перезапустит при падении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005072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97280" y="39776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" y="42245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push в main → автоматический билд и деплой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Облачные платформы: сравнение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412480" cy="4572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789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Платформа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03120" y="10789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Тип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931920" y="10789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GPU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0" y="10789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Цена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32320" y="10789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Auto-deploy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508760"/>
            <a:ext cx="8412480" cy="50292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508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Railway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03120" y="1508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PaaS, Docker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31920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0" y="1508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$5+/мес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32320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Git push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011680"/>
            <a:ext cx="84124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011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03120" y="2011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PaaS, Docker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31920" y="2011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0" y="2011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(free tier)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32320" y="2011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Git push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514600"/>
            <a:ext cx="8412480" cy="50292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2514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Vercel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03120" y="2514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931920" y="2514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0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(free tier)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32320" y="2514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Git push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017520"/>
            <a:ext cx="84124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3017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Cloud Run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03120" y="3017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container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931920" y="3017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(GPU preview)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0" y="3017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Pay-per-use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132320" y="3017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через CI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520440"/>
            <a:ext cx="8412480" cy="50292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3520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ECS / Fargate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103120" y="3520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orchestration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931920" y="3520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(ECS GPU)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0" y="3520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Pay-per-use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132320" y="3520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через CI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4023360"/>
            <a:ext cx="84124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4023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Modal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103120" y="4023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GPU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931920" y="4023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86400" y="40233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$0.001/сек GPU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132320" y="4023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Python SDK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4526280"/>
            <a:ext cx="8412480" cy="50292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4526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Replicate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103120" y="4526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hosting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931920" y="4526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486400" y="45262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Pay-per-prediction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132320" y="4526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через API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Vercel: serverless для AI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известен как платформа для Next.js, но с Edge Functions и Serverless Functions можно деплоить и AI-бэкенды.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ограничение: максимальное время выполнения функции — 60 секунд (Pro). Для простых LLM-запросов хватает, для research-агента — нет.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Vercel подходит: фронтенд + простой AI API, Edge Functions для быстрых ответов, streaming через Vercel AI SDK (отличная интеграция с React).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НЕ подходит: длинные задачи &gt;60 сек, WebSocket, persistent connections, тяжёлые зависимости (torch).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Cloud Run: container-as-a-service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запускает ваш Docker-контейнер в облаке Google. Scale to zero — не платите, когда нет запросов. Scale up — автоматически при нагрузке.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Идеален для: AI API с непредсказуемой нагрузкой. Ночью — 0 запросов (0$). Днём — 1000 запросов (автомасштабирование).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Ограничения: максимум 60 минут на запрос, 32 GB RAM, нет GPU (пока в preview). Для inference без GPU — отлично.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7680960" cy="1463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3291840"/>
            <a:ext cx="7406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Билд и деплой одной командой: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run deploy ai-api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--source .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--region us-central1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--allow-unauthenticated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--set-env-vars "OPENAI_API_KEY=$OPENAI_API_KEY"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--memory 2Gi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--timeout 300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Как выбрать платформу?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0" y="914400"/>
            <a:ext cx="274320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9144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Ваш AI API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↙ Нужен GPU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84048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745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Modal / Replicate / RunPod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0" y="1600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достаточно 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874520"/>
            <a:ext cx="384048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8745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Railway / Render / Cloud Run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2103120" cy="1097280"/>
          </a:xfrm>
          <a:prstGeom prst="rect">
            <a:avLst/>
          </a:prstGeom>
          <a:solidFill>
            <a:srgbClr val="7C3AED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78892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/ прототип → Railway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$5/мес, zero config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0" y="2743200"/>
            <a:ext cx="2103120" cy="1097280"/>
          </a:xfrm>
          <a:prstGeom prst="rect">
            <a:avLst/>
          </a:prstGeom>
          <a:solidFill>
            <a:srgbClr val="0EA5E9">
              <a:alpha val="6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834640" y="278892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Непредсказуемая нагрузка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Cloud Run (pay-per-use)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2743200"/>
            <a:ext cx="2103120" cy="1097280"/>
          </a:xfrm>
          <a:prstGeom prst="rect">
            <a:avLst/>
          </a:prstGeom>
          <a:solidFill>
            <a:srgbClr val="F59E0B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278892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Фронт + AI → Vercel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Functions, &lt;60 сек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0" y="2743200"/>
            <a:ext cx="2103120" cy="1097280"/>
          </a:xfrm>
          <a:prstGeom prst="rect">
            <a:avLst/>
          </a:prstGeom>
          <a:solidFill>
            <a:srgbClr val="2563EB">
              <a:alpha val="6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278892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→ ECS / GKE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control, SLA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60A5FA">
              <a:alpha val="7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4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Продвинутые паттерны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checks и graceful shutdown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393192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Checks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/health проверяет: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Сервер жив → 200 OK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Модель загружена → ok/not_ready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Redis доступен → connected/disconnected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Аптайм и версия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Оркестратор (Railway, K8s) перезапустит контейнер, если /health не отвечает 3 раза подряд.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51560"/>
            <a:ext cx="393192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097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Graceful Shutdown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деплое новой версии: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Платформа шлёт SIGTERM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Сервер перестаёт принимать новые запросы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Дожидает завершения текущих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Закрывает соединения (Redis, DB)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Exit 0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этого: текущие запросы обрываются, пользователь видит ошибку.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Стратегия отката: что делать, если сломали прод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2286000" cy="73152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1430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Blue-Green Deploy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0" y="11430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версии (blue=текущая, green=новая). Переключаем трафик. Если green сломана — мгновенный откат на blue.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2286000" cy="73152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0116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Rolling Update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20116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Постепенная замена: 25% → 50% → 75% → 100%. Если метрики деградировали — останавливаем и откатываем.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2286000" cy="73152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8803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Canary Release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28803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версия получает 5% трафика. Мониторим. Если ОК — раскатываем. Если нет — откат без влияния на 95% пользователей.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703320"/>
            <a:ext cx="2286000" cy="731520"/>
          </a:xfrm>
          <a:prstGeom prst="rect">
            <a:avLst/>
          </a:prstGeom>
          <a:solidFill>
            <a:srgbClr val="2496ED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7490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Tags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37490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деплой = уникальный тег (git SHA). Откат: railway rollback или docker pull image:previous-sha.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Мониторинг в продакшене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Деплой — это не финиш, это старт. Теперь нужно следить, что всё работает.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64592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Логи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1554480"/>
            <a:ext cx="64008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55448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Logs, Cloud Run Logs, или Loki + Grafana. JSON-формат.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164592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1031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Метрики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0" y="2103120"/>
            <a:ext cx="64008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23160" y="210312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Grafana. Latency, error rate, requests/sec.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164592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651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Алерты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0" y="2651760"/>
            <a:ext cx="64008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23160" y="265176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/ Slack: error rate &gt; 1%, latency P99 &gt; 10 сек, healthcheck failed.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16459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200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Uptime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0" y="3200400"/>
            <a:ext cx="64008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23160" y="320040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UptimeRobot / Better Uptime. Проверка /health каждые 60 сек. SMS при даунтайме.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164592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749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86000" y="3749040"/>
            <a:ext cx="64008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423160" y="374904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 расходов на LLM API. Алерт если дневной расход &gt; $X.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60A5FA">
              <a:alpha val="7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5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пример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Полная архитектура: от кода до продакшена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58368"/>
          </a:xfrm>
          <a:prstGeom prst="rect">
            <a:avLst/>
          </a:prstGeom>
          <a:solidFill>
            <a:srgbClr val="94A3B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33272"/>
            <a:ext cx="3840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Repository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0" y="1033272"/>
            <a:ext cx="3977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+ Dockerfile + .github/workflows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7680960" cy="658368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810512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Actions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1810512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→ Test → Build → Push image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2560320"/>
            <a:ext cx="7132320" cy="658368"/>
          </a:xfrm>
          <a:prstGeom prst="rect">
            <a:avLst/>
          </a:prstGeom>
          <a:solidFill>
            <a:srgbClr val="2496ED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43000" y="2587752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 Registry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2587752"/>
            <a:ext cx="3429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ghcr.io/user/ai-app:sha-abc123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80160" y="3337560"/>
            <a:ext cx="6583680" cy="658368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417320" y="3364992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Railway / Cloud Run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3364992"/>
            <a:ext cx="3154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Автодеплой из registry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554480" y="4114800"/>
            <a:ext cx="6035040" cy="658368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691640" y="4142232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4142232"/>
            <a:ext cx="2880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/ фронтенд / Telegram-бот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Checklist: Docker + CI/CD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Dockerfile оптимизирован (slim, multi-stage, non-root)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37760" y="10058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.dockerignore исключает .git, .env, __pycache__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docker-compose.yml для локальной разработки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37760" y="16002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GitHub Actions: lint → test → build → deploy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Секреты в GitHub Secrets / Railway Variables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21945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Health endpoint + HEALTHCHECK в Dockerfile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Graceful shutdown (SIGTERM handling)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27889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Тег образа = git SHA (не :latest в проде!)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3832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Мониторинг: логи, метрики, алерты, uptime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33832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Стратегия отката (railway rollback / docker pull old tag)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Типичные ошибки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200400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03327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:latest в проде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0" y="103327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Непонятно, какая версия работает. Используйте git SHA как тег: image:abc123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719072"/>
            <a:ext cx="3200400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46504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Секреты в git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174650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push с API-ключом — и он скомпрометирован навсегда. git-secrets для защиты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432304"/>
            <a:ext cx="3200400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59736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Нет healthcheck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245973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Контейнер завис, но платформа думает, что всё ОК. Добавьте HEALTHCHECK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145536"/>
            <a:ext cx="3200400" cy="5943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17296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Огромный образ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317296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GB образ = медленный билд, медленный деплой. Multi-stage + slim = 300 MB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858768"/>
            <a:ext cx="320040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8862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Нет тестов в CI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3886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→ деплой без тестов = русская рулетка. Хотя бы smoke tests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Лучшие практики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743200" cy="73152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Один контейнер =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один процесс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и Redis —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отдельные контейнеры.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объединяет.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51560"/>
            <a:ext cx="2743200" cy="73152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234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&lt; 500 MB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8745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slim + multi-stage +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.dockerignore.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Быстрее билд и деплой.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10515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051560"/>
            <a:ext cx="2743200" cy="73152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234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SHA как тег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18745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image:a1b2c3d вместо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image:latest.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Воспроизводимый откат.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0632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63240"/>
            <a:ext cx="2743200" cy="73152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46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Тесты перед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деплоем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886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блокирует деплой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тесты не прошли.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Никаких исключений.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30632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3063240"/>
            <a:ext cx="2743200" cy="73152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3246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 variables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для всего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3886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Настройки, секреты,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флаги — всё через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переменные среды.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30632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3063240"/>
            <a:ext cx="2743200" cy="73152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3246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Мониторинг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 первого дня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886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Логи, метрики, алерты.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«потом добавим» —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сразу.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Практическое задание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74904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Задеплойте своё AI-приложение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6809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Напишите Dockerfile для вашего FastAPI-приложения из лекции 22. Используйте python:3.11-slim, non-root user, HEALTHCHECK. Соберите образ, запустите локально, проверьте /health и /docs.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Создайте docker-compose.yml с api + redis. Убедитесь, что всё поднимается одной командой.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Настройте GitHub Actions: на каждый push в main — ruff lint, pytest, docker build. Если тесты упали — pipeline красный.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Зарегистрируйтесь на Railway ($5/мес или free trial). Подключите GitHub-репозиторий. Добавьте OPENAI_API_KEY в Variables. Задеплойте.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Проверьте: ваш API доступен по https://*.railway.app/docs. Streaming работает. /health возвращает 200.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Бонус: добавьте Canary-деплой — новая версия получает 10% трафика через Railway Traffic Split.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563EB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200400"/>
            <a:ext cx="3657600" cy="3657600"/>
          </a:xfrm>
          <a:prstGeom prst="ellipse">
            <a:avLst/>
          </a:prstGeom>
          <a:solidFill>
            <a:srgbClr val="60A5FA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Итоги лекции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828800" cy="475488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1005840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Контейнеризация: Dockerfile, multi-stage, compose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72768"/>
            <a:ext cx="1828800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7276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1572768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lint → test → build → deploy автоматически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139696"/>
            <a:ext cx="1828800" cy="4754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3969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Railway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2139696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= deploy. SSL, домен, логи из коробки. $5/мес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706624"/>
            <a:ext cx="1828800" cy="47548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0662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Run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2706624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zero. Pay-per-use. Для непредсказуемой нагрузки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273552"/>
            <a:ext cx="1828800" cy="4754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7355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 readiness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60320" y="3273552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Health, graceful shutdown, secrets, monitoring, rollback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8046720" cy="77724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251960"/>
            <a:ext cx="457200" cy="4572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371600" y="416052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Следующая лекция: Финальный проект — объединяем все знания в production-ready AI-систему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23: Docker, CI/CD, Cloud</dc:title>
  <dc:subject>PptxGenJS Presentation</dc:subject>
  <dc:creator>PptxGenJS</dc:creator>
  <cp:lastModifiedBy>PptxGenJS</cp:lastModifiedBy>
  <cp:revision>1</cp:revision>
  <dcterms:created xsi:type="dcterms:W3CDTF">2026-04-01T16:39:41Z</dcterms:created>
  <dcterms:modified xsi:type="dcterms:W3CDTF">2026-04-01T16:39:41Z</dcterms:modified>
</cp:coreProperties>
</file>