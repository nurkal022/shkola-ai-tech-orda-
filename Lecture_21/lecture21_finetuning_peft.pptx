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F4C75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3282B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F4C75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Дообучение (Fine-Tuning)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282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параметро-эффективные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методы адаптации (PEFT)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 — как дообучить 70B модель на одной GPU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rgbClr val="0F4C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431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vs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vs FT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2801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4310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нужно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дообучение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280160"/>
            <a:ext cx="685800" cy="685800"/>
          </a:xfrm>
          <a:prstGeom prst="ellipse">
            <a:avLst/>
          </a:prstGeom>
          <a:solidFill>
            <a:srgbClr val="E85D0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4310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Полное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дообучение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0" y="12801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14310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PEFT: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3246120"/>
            <a:ext cx="685800" cy="685800"/>
          </a:xfrm>
          <a:prstGeom prst="ellipse">
            <a:avLst/>
          </a:prstGeom>
          <a:solidFill>
            <a:srgbClr val="E85D0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" y="33969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00400" y="3246120"/>
            <a:ext cx="685800" cy="685800"/>
          </a:xfrm>
          <a:prstGeom prst="ellipse">
            <a:avLst/>
          </a:prstGeom>
          <a:solidFill>
            <a:srgbClr val="9B5DE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3969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94960" y="324612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836" y="339699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0396" y="339699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Промптинг — это инструкция.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— это справочник.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— это обучение.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подхода к адаптации LLM — каждый для своей задачи.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Три подхода к адаптации LLM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Промптинг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пишете инструкции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системном промпте.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меняется.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Нулевые затраты.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Ограничена контекстным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подключаете внешние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через retriever.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меняется.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затраты.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на основе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ваших данных.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меняете веса модели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своих данных.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изменяется навсегда.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Высокие затраты.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«знает» ваш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изнутри.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какой подход использовать?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713232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332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Промптинг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0332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решается инструкцией. Формат вывода, стиль, роль. Быстро, бесплатно.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286000" cy="713232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0195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90195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актуальные данные или ваши документы. Модель «не знает» вашу базу знаний.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2286000" cy="713232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7706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77063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должна усвоить паттерн поведения, стиль, формат. Специфичный домен, жаргон.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2286000" cy="713232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3931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+ FT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63931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Максимальное качество: модель понимает домен (FT) и имеет доступ к данным (RAG).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дообучение — правильный ответ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— не волшебная палочка. Это дорогой и трудоёмкий процесс. Используйте его только когда промптинг и RAG не справляются.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Конкретные сценарии: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5029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299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Специфичный стиль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должна писать как ваш бренд: тон, формулировки, структура. 500 примеров &gt; любой промпт.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78608"/>
            <a:ext cx="73152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9689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Доменный жаргон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254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Юридический, медицинский, финансовый язык. Модель путает термины → FT учит правильному использованию.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45536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638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должна стабильно генерировать определённый JSON/XML. FT делает формат «второй натурой».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12464"/>
            <a:ext cx="73152" cy="5029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307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Классификация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95935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заявок, email, тикетов в специфичные категории вашего бизнеса.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79392"/>
            <a:ext cx="7315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976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Сжатие промпта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system prompt с few-shot → FT «впитывает» инструкции, промпт становится коротким.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дообучение (Full Fine-Tuning)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Полное дообучение: что это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полном дообучении (Full Fine-Tuning) обновляются ВСЕ параметры модели. Для LLaMA-7B это 7 миллиардов чисел. Для LLaMA-70B — 70 миллиардов.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берёте предобученную модель, показываете ей ваши данные (пары input→output), и она корректирует свои веса, чтобы лучше решать вашу задачу.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как полная переквалификация специалиста: он помнит всё, что знал, но теперь ещё и эксперт в вашей области.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200400" cy="2743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Требования для 7B модели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55448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Параметры: 7 000 000 000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VRAM (FP16): ~28 GB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VRAM (с optimizer): ~60 GB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GPU: 2× A100 80GB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или 4× A6000 48GB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Время: 2–8 часов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Стоимость: $50–$200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70B модели: ~560 GB VRAM → нужен кластер из 8+ GPU. Это дорого и не всегда оправдано.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6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Проблемы полного дообучения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474720" cy="59436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78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Катастрофическое забывание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0789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хорошо учит ваши данные, но забывает общие знания. «Переучилась».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64792"/>
            <a:ext cx="3474720" cy="5943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922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Огромные затраты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7922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7B: 60 GB VRAM. 70B: 560 GB. Нужны дорогие GPU-кластеры.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78024"/>
            <a:ext cx="3474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054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Хранение весов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250545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версия = полная копия модели (14 GB для 7B в FP16). 10 версий = 140 GB.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347472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186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Долго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2186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и дни обучения. Каждый эксперимент с гиперпараметрами = заново.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04488"/>
            <a:ext cx="3474720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Переобучение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931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малых датасетах модель запоминает примеры наизусть, не обобщая.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PEFT: эффективная адаптация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Ключевая идея PEFT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645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 что если обучать не все 7 миллиардов параметров, а только маленькую добавку? Скажем, 0.1% — всего 7 миллионов?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 (PEFT) — семейство методов, которые замораживают основные веса модели и обучают только небольшое количество дополнительных параметров.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3931920" cy="18288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017520"/>
            <a:ext cx="3931920" cy="5029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Fine-Tuning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Обучаемые параметры: 100%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60 GB (7B)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Хранение: 14 GB на версию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3017520"/>
            <a:ext cx="3931920" cy="18288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301752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PEFT (LoRA)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6118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Обучаемые параметры: 0.1–1%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16 GB (7B)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Хранение: 20–50 MB на версию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Методы PEFT: что существует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645920" cy="6858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10789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 маленькие матрицы-«добавки» к весам. Самый популярный метод. ~0.1–1% параметров.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1645920" cy="68580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18562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+ квантизация модели до 4 бит. 70B на одной GPU! Почти без потери качества.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1645920" cy="6858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060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26334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Встраивает маленькие модули между слоями трансформера. Исторически первый PEFT-подход.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1645920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83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Tuning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341071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Обучает «виртуальные токены», которые добавляются перед input. Не меняет модель.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164592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605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Tuning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86000" y="41879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 на Prefix Tuning, но обучает continuous embeddings вместо дискретных токенов.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Low-Rank Adaptation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Интуиция LoRA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Представьте: у вас есть матрица весов W размером 4096×4096 = 16 миллионов чисел.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полном FT вы обновляете все 16 миллионов.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говорит: «Изменение ΔW можно представить как произведение двух маленьких матриц A и B, где A = 4096×16 и B = 16×4096. Это всего 131 тысяча чисел вместо 16 миллионов.»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Математически: W' = W + B·A, где rank(B·A) = 16.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замораживаем W и обучаем только A и B. Это в 120 раз меньше параметров!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LoRA: визуальное объяснение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228600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4096 × 4096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16M параметров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(заморожены)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548640" cy="192024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45920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7764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1920240" cy="54864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16 × 4096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920240" cy="22860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28016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4096 × 4096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НО только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131K обучаемых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16 — это rank (ранг). Чем выше rank, тем больше «ёмкость» адаптации, но и больше параметров. На практике rank 8–64 достаточно для большинства задач.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параметры LoRA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828800" cy="8229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(r)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 A и B матриц. r=8: минимум, быстро. r=64: больше ёмкости. r=256: почти как full FT.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1828800" cy="8229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(α)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057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Масштабирующий коэффициент: ΔW = (α/r) · B·A. Обычно α = 2r. Контролирует «силу» адаптации.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80360"/>
            <a:ext cx="1828800" cy="8229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modules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29718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каким слоям применять LoRA. Обычно: q_proj, v_proj (attention). Можно добавить k_proj, o_proj, gate_proj.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18288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38862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dropout для регуляризации. 0.05–0.1 на малых датасетах. 0 на больших.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LoRA — прорыв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45920" cy="374904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914400" cy="914400"/>
          </a:xfrm>
          <a:prstGeom prst="ellipse">
            <a:avLst/>
          </a:prstGeom>
          <a:solidFill>
            <a:srgbClr val="E85D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100×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меньше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9260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Обучаемых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0.1–1%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100%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75104" y="1051560"/>
            <a:ext cx="1645920" cy="3749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40864" y="12344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4356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6544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3×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меньше VRAM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66544" y="29260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вместо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GB для 7B.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GPU!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67328" y="1051560"/>
            <a:ext cx="1645920" cy="3749040"/>
          </a:xfrm>
          <a:prstGeom prst="rect">
            <a:avLst/>
          </a:prstGeom>
          <a:solidFill>
            <a:srgbClr val="F2A54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33088" y="12344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35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2–3×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быстрее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58768" y="29260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 =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59552" y="1051560"/>
            <a:ext cx="1645920" cy="37490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25312" y="12344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3560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0992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версию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50992" y="29260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 весит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MB.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14 GB!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51776" y="1051560"/>
            <a:ext cx="1645920" cy="374904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17536" y="12344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1435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Модульность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43216" y="29260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базовый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LoRA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задач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Модульность LoRA: один базовый модель, много задач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9144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097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7B (базовая)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1645920" cy="914400"/>
          </a:xfrm>
          <a:prstGeom prst="rect">
            <a:avLst/>
          </a:prstGeom>
          <a:solidFill>
            <a:srgbClr val="E85D04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60320"/>
            <a:ext cx="164592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юр. язык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1645920" cy="9144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2560320"/>
            <a:ext cx="1645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651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медицина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2560320"/>
            <a:ext cx="1645920" cy="91440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2560320"/>
            <a:ext cx="1645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651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код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2560320"/>
            <a:ext cx="1645920" cy="914400"/>
          </a:xfrm>
          <a:prstGeom prst="rect">
            <a:avLst/>
          </a:prstGeom>
          <a:solidFill>
            <a:srgbClr val="F2A541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2560320"/>
            <a:ext cx="164592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651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маркетинг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модель: 14 GB. 4 адаптера: ~105 MB. Без LoRA вам нужно 4 × 14 GB = 56 GB.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загружаете базовую модель один раз и переключаетесь между адаптерами на лету. Это называется «LoRA serving» — один GPU обслуживает десятки задач.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квантизация + LoRA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QLoRA: дообучение 70B на одной GPU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= Quantized LoRA. Базовая модель хранится в 4-битном формате (NF4), а LoRA-адаптеры обучаются в FP16/BF16. Результат: 70B модель помещается в 48 GB VRAM — на одной A100.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74320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743200"/>
            <a:ext cx="2743200" cy="50292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4-bit NF4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Специальный формат квантизации, оптимальный для нормально распределённых весов. Меньше потерь, чем обычный INT4.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74320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743200"/>
            <a:ext cx="2743200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Quantization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Квантизация констант квантизации (!). Экономит ещё ~3 GB на 65B модели.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743200"/>
            <a:ext cx="27432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Paged Optimizers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states выгружаются в RAM при нехватке VRAM. Как swap для GPU.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в цифрах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4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7B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2004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GB VRAM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RTX 3090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T4 (Google Colab)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Стоимость: $0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(бесплатный Colab)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13B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2461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GB VRAM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4090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A10G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Стоимость: ~$1/час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B5D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70B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GB VRAM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80GB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2× A6000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Стоимость: ~$3/час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Качество: Full FT vs LoRA vs QLoRA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вопрос: теряем ли мы качество при использовании PEFT?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383780" cy="548640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73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Fine-Tuning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(baseline)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150608" cy="54864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450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 (r=64)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97–99%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6917436" cy="548640"/>
          </a:xfrm>
          <a:prstGeom prst="rect">
            <a:avLst/>
          </a:prstGeom>
          <a:solidFill>
            <a:srgbClr val="9B5DE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227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(r=64)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6451092" cy="5486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005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(r=16)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92–96%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QLoRA с r=64 даёт 95–98% качества Full FT, используя в 10–100 раз меньше ресурсов. Для большинства задач разница незаметна.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практика обучения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Форматы данных для дообучения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286000" cy="9601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 format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1430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Пара: instruction → response. «Переведи на английский: Привет» → «Hello». Самый распространённый.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2286000" cy="9601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format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240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Диалог: [{role:system,...},{role:user,...},{role:assistant,...}]. Для чат-ботов и агентов.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228600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format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3375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текст для продолжения. Для генеративных задач, написания кода, creative writing.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размер: 500–10 000 примеров. Меньше 200 — риск переобучения. Больше 50 000 — убывающая отдача.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Качество данных &gt; количество данных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Плохие данные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примеров, сгенерированных GPT-4 без проверки.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Ошибки, галлюцинации, нерелевантные примеры.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учит плохие паттерны.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хуже, чем baseline.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Хорошие данные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примеров, вручную проверенных экспертом.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Консистентный формат, правильные ответы.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Покрывают edge cases и типичные запросы.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значительное улучшение.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Гиперпараметры обучения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значения для QLoRA fine-tuning. Начните с этих и корректируйте по результатам.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645920" cy="402336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(rank)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600200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6002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16–64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с 16. Увеличьте до 64, если мало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1645920" cy="40233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075688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20756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32–128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0756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α = 2r. α=32 для r=16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1645920" cy="40233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5117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551176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25511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1e-4 – 2e-4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55117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высокий → нестабильность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1645920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2666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026664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31720" y="302666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02666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epoch часто достаточно для &gt;1000 примеров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02152"/>
            <a:ext cx="16459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021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350215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31720" y="350215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4–16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5021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accumulation при малой VRAM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1645920" cy="40233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776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 ratio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3977640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31720" y="39776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0.03–0.1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97764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Плавный старт обучения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453128"/>
            <a:ext cx="1645920" cy="4023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4531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seq length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0" y="4453128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31720" y="44531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512–2048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4531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длины ваших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 для дообучения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 Face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PEFT + TRL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индустрии. PEFT — библиотека для LoRA/QLoRA. TRL — для RLHF и SFT. Интеграция с Transformers.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Unsloth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Ускоряет обучение в 2× при -60% VRAM. Поддержка Llama, Mistral, Gemma. Бесплатный для исследований.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41148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Axolotl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YAML-конфиг для обучения. Поддержка десятков моделей и форматов данных. Один файл — один эксперимент.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4114800" cy="5029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FT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Облачное дообучение GPT-4o-mini. Загрузил JSONL → получил модель. Без GPU, без кода. $3–$25.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Unsloth: 2× быстрее, 60% меньше VRAM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— это оптимизированная обёртка над Hugging Face, которая переписывает ключевые операции на Triton (кастомные CUDA kernels).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быстрее: оптимизированный forward/backward pass, меньше перемещений данных GPU↔RAM, fused operations (несколько операций за один kernel call).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Поддерживаемые модели: LLaMA 2/3, Mistral, Gemma, Phi, Qwen, CodeLlama.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Unsloth бесплатен для исследований, но коммерческое использование требует лицензии.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3657600" cy="822960"/>
          </a:xfrm>
          <a:prstGeom prst="rect">
            <a:avLst/>
          </a:prstGeom>
          <a:solidFill>
            <a:srgbClr val="F2A541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886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HF PEFT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3886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Время: 60 мин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16 GB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3840480"/>
            <a:ext cx="3657600" cy="82296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3886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Unsloth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3886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Время: 30 мин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7 GB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дообучения: от данных до модели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(JSONL)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solidFill>
            <a:srgbClr val="F2A54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Препроцесс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токенизация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Обучение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(QLoRA)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(eval set)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обучения LoRA-адаптер можно: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Использовать отдельно — загружать поверх базовой модели (экономия места)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Слить с базовой моделью (merge) — получить standalone-модель для деплоя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Загрузить на Hugging Face Hub — для sharing и версионирования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Квантизировать в GGUF — для запуска через llama.cpp или Ollama на CPU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оценить качество дообучения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 — самая важная и часто пропускаемая часть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обучением отложите 10–20% данных как eval set. Никогда не обучайте на eval-данных!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для оценки: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на eval set — должен снижаться, но не ниже training loss (переобучение)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Task-specific метрики — accuracy, F1, BLEU, ROUGE в зависимости от задачи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LLM-as-Judge — GPT-4 оценивает ответы вашей модели по критериям качества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eval — ручная проверка 50–100 примеров на качество, формат, tone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тестирование — сравнение с baseline (до FT) на одних и тех же запросах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правило: если eval loss растёт, а train loss падает — вы переобучились. Остановите обучение раньше (early stopping).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282B8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Продвинутые темы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и деплой: от адаптера к продукту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обучения у вас есть LoRA-адаптер (~20–50 MB). Есть два пути в продакшен: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3931920" cy="5029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1: Отдельный адаптер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Загружаете базовую модель + адаптер отдельно. Можно горячо переключать адаптеры.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и TGI поддерживают LoRA serving: один GPU обслуживает десятки задач.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Экономия: 14 GB (база) + N × 30 MB (адаптеры).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45920"/>
            <a:ext cx="3931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2: Merge в одну модель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Сливаете адаптер с базовой моделью навсегда. Получаете standalone-модель.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конвертировать в GGUF для llama.cpp / Ollama.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 для деплоя, но теряете модульность. Каждая версия = полная копия.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Бонус: DPO и RLHF — выравнивание модели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(Supervised Fine-Tuning) учит модель «что говорить». А DPO и RLHF учат «как говорить лучше» — какой из двух ответов предпочтительнее.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(Reinforcement Learning from Human Feedback): обучение reward model + PPO-оптимизация. Сложно, но мощно. Используется OpenAI, Anthropic.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(Direct Preference Optimization): упрощённая альтернатива RLHF. Не нужна reward model — обучение напрямую на парах (preferred, rejected). Работает с LoRA!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Типичный pipeline: SFT → DPO. Сначала учим модель отвечать, потом учим отвечать лучше.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6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Типичные ошибки при дообучении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530352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2412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Мало данных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02412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примеров — модель запоминает, не обобщает. Minimum viable: 500.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00400" cy="53035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6420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eval 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66420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100% данных — как экзамен по шпаргалке. Всегда откладывайте 10–20%.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20040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0428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Слишком много epoch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30428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epoch на малом dataset = переобучение. Следите за eval loss.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200400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4436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Грязные данные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94436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 ответах, нерелевантные примеры — модель учит мусор.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3200400" cy="53035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8444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58444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высокий → нестабильность. Слишком низкий → модель не учится.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3200400" cy="5303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2452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FT вместо RAG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224528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 актуальные данные — используйте RAG, не FT. FT учит паттерны, не факты.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 дообучения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Начните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промптинга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промпт решает задачу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80% — не дообучайте.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для последних 20%.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по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умолчанию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Начинайте с QLoRA r=16.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Увеличивайте rank только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качество недостаточно.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1 000 качественных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10 000 плохих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Инвестируйте в качество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данных, не в количество.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Эксперт-ревью обязательно.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Следите за eval loss.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Остановите, как только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начнёт расти.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Версионируйте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конфиг, адаптер,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метрики. Каждый эксперимент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должен быть воспроизводим.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Тестируйте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реальных задачах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— это число. Реальная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— как модель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на ваши запросы.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адаптации LLM: от простого к сложному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Промптинг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Few-shot. Бесплатно, мгновенно. Покрывает 60% задач.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6858000" cy="621792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7393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4825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внешних данных. Средняя сложность. Покрывает ещё 25%.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5486400" cy="621792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37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Fine-Tuning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стиля, формата, домена. Часы работы, одна GPU.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114800" cy="621792"/>
          </a:xfrm>
          <a:prstGeom prst="rect">
            <a:avLst/>
          </a:prstGeom>
          <a:solidFill>
            <a:srgbClr val="9B5DE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 + DPO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+ выравнивание предпочтений. Два этапа обучения.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2743200" cy="621792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023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Fine-Tuning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переобучение. Кластер GPU. Для уникальных задач.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Двигайтесь сверху вниз. Каждый следующий уровень — дороже и сложнее. Применяйте только если предыдущий не справился.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Минимальный код: QLoRA с Unsloth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unsloth import FastLanguageModel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Загружаем модель в 4-bit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model, tokenizer = FastLanguageModel.from_pretrained(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model_name="unsloth/llama-3-8b-bnb-4bit",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max_seq_length=2048,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load_in_4bit=True,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Добавляем LoRA адаптер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FastLanguageModel.get_peft_model(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r=16,              # Rank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lora_alpha=32,     # Alpha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target_modules=["q_proj","k_proj","v_proj","o_proj"],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lora_dropout=0.05,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Обучение через SFTTrainer (TRL)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trl import SFTTrainer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 = SFTTrainer(model=model, tokenizer=tokenizer,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train_dataset=dataset, max_seq_length=2048,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args=TrainingArguments(per_device_train_batch_size=4,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num_train_epochs=1, learning_rate=2e-4, output_dir="output"))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trainer.train()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Дообучите свою первую модель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Google Colab (бесплатный T4 GPU). Установите Unsloth по инструкции из их GitHub. Загрузите LLaMA-3-8B в 4-bit.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Подготовьте dataset из 200–500 примеров в формате instruction→response. Можно использовать готовый dataset с Hugging Face (например, alpaca-cleaned) или создать свой.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Настройте QLoRA: r=16, alpha=32, target_modules=['q_proj','v_proj']. Запустите обучение на 1 epoch. Наблюдайте за train loss — он должен снижаться.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обучения: протестируйте модель на 10–20 запросах. Сравните ответы до и после FT. Заметна ли разница?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попробуйте r=64 и сравните с r=16. Попробуйте 3 epoch и сравните с 1 — есть ли переобучение? Загрузите адаптер на Hugging Face Hub.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4C75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3282B8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286000" cy="47548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 vs RAG vs 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0584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подхода: инструкция, справочник, обучение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2286000" cy="47548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572768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Низкоранговые матрицы: 0.1% параметров, 97% качества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2286000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139696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квантизация + LoRA: 70B на одной GPU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22860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706624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&gt; количество. 1000 хороших &gt; 10000 плохих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2286000" cy="47548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27355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Unsloth, HF PEFT, Axolotl, OpenAI FT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605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RLHF и DPO — выравнивание модели по предпочтениям человека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21: Fine-Tuning &amp; PEFT</dc:title>
  <dc:subject>PptxGenJS Presentation</dc:subject>
  <dc:creator>PptxGenJS</dc:creator>
  <cp:lastModifiedBy>PptxGenJS</cp:lastModifiedBy>
  <cp:revision>1</cp:revision>
  <dcterms:created xsi:type="dcterms:W3CDTF">2026-03-19T13:15:44Z</dcterms:created>
  <dcterms:modified xsi:type="dcterms:W3CDTF">2026-03-19T13:15:44Z</dcterms:modified>
</cp:coreProperties>
</file>