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6D28D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A78BFA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6D28D9">
              <a:alpha val="7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20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Альтернативные фреймворки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A78B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для агентов и автоматизации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SDK, n8n, и другие инструменты визуальной автоматизации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280160"/>
            <a:ext cx="685800" cy="685800"/>
          </a:xfrm>
          <a:prstGeom prst="ellipse">
            <a:avLst/>
          </a:prstGeom>
          <a:solidFill>
            <a:srgbClr val="6D28D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4310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Зачем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альтернативы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280160"/>
            <a:ext cx="685800" cy="68580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4310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Agents SDK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280160"/>
            <a:ext cx="685800" cy="685800"/>
          </a:xfrm>
          <a:prstGeom prst="ellipse">
            <a:avLst/>
          </a:prstGeom>
          <a:solidFill>
            <a:srgbClr val="EA4B7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43103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0" y="128016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143103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Другие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3246120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" y="339699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00400" y="324612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3969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Визуальные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workflows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94960" y="324612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836" y="339699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выбрать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589520" y="3246120"/>
            <a:ext cx="685800" cy="68580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0396" y="339699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069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LangChain — не единственный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путь. Каждая задача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заслуживает правильного</a:t>
            </a:r>
            <a:endParaRPr lang="en-US" sz="28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инструмента.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Иногда лучший агент — это тот, который собран за 10 минут без кода.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Ландшафт инструментов для AI-агентов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640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Код-first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LangChain, LangGraph,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CrewAI, AutoGen,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Максимальная гибкость.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Требует разработчика.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Low-code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Flowise, Langflow,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Dify, Botpress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редактор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код когда нужно.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прототипов.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7899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55080" y="19202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n8n, Make, Zapier,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Automate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интеграций.</a:t>
            </a:r>
            <a:endParaRPr lang="en-US" sz="13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нужен разработчик.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Кому что подходит?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инструмента зависит не от технической моды, а от команды, задачи и бюджета. Два вопроса, которые нужно задать себе перед выбором: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931920" cy="301752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37360"/>
            <a:ext cx="3931920" cy="5486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Есть ли разработчик в команде?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→ код-first (LangGraph, OpenAI SDK). Полный контроль, версионирование, тесты.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→ визуальные инструменты (n8n, Make). Маркетолог или аналитик может собрать workflow сам, без тикетов в разработку.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737360"/>
            <a:ext cx="3931920" cy="30175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737360"/>
            <a:ext cx="393192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830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Нужна ли кастомная логика?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0" y="2423160"/>
            <a:ext cx="35661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Сложный reasoning, мультиагенты, RAG с кастомным retriever → код.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«Получил email → обработал через GPT → записал в CRM» → n8n. Зачем писать 200 строк кода, если можно 5 нод в визуальном редакторе?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Agents SDK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марте 2025 OpenAI выпустил собственный SDK для создания агентов — замену устаревшему Swarm. Минималистичный, без лишних абстракций: вы описываете агента, его инструменты и handoffs — и SDK берёт на себя оркестрацию.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идея: «достаточно примитивов». Agent, Tool, Handoff, Guardrail — четыре строительных блока, из которых собирается любой агент. Ничего лишнего.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трассировка через OpenAI Dashboard. Не нужен LangSmith — всё из коробки.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182880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4023360"/>
            <a:ext cx="18288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4023360"/>
            <a:ext cx="18288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4023360"/>
            <a:ext cx="182880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примитива OpenAI Agents SDK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280160" cy="1828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Обёртка над моделью с system prompt и набором инструментов. Может делегировать задачи другим агентам через Handoff.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280160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32588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Python-функция, которую агент может вызвать. Hosted tools (code_interpreter, file_search) или ваши кастомные.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1280160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Handoff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28800" y="32004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Передача управления от одного агента другому. «Если клиент просит про биллинг → передай billing_agent». Мультиагентность из коробки.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1280160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33756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входа/выхода. Можно блокировать запросы с PII, фильтровать ответы, валидировать JSON. Параллельно с основным вызовом.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Сильные стороны OpenAI SDK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3152" cy="5943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789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Минимализм — 4 концепции вместо 40. Порог входа минимальный, кривая обучения пологая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764792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792224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трассировка — каждый run виден в OpenAI Dashboard без доп. инструментов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478024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505456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— мультиагентность из коробки: «передай клиента другому агенту» одной строкой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191256"/>
            <a:ext cx="73152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2186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— валидация и фильтрация параллельно основному вызову, не замедляя ответ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904488"/>
            <a:ext cx="73152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931920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— работает ТОЛЬКО с моделями OpenAI. Это и плюс (оптимизация), и минус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Agents SDK vs LangGraph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Agents SDK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API, 4 примитива.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модели OpenAI.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Встроенная трассировка.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 для мультиагентов.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Идеален для быстрого старта и проектов внутри экосистемы OpenAI.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состояний, циклы, persistence.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Любая модель: OpenAI, Anthropic, Gemini.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для трассировки.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Сложная логика, итеративные агенты.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Идеален для production-систем и сложных workflow.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n8n: визуальная автоматизация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AI-агентами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4B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такое n8n?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(произносится «нэйт-н») — это open-source платформа для автоматизации рабочих процессов с визуальным редактором.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перетаскиваете ноды на канву, соединяете их линиями — и получаете рабочий workflow. Без единой строки кода.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2024 года n8n активно развивает AI-возможности: встроенные ноды для LLM, RAG, AI-агентов, memory и tools. По сути, это «LangGraph с drag-and-drop интерфейсом».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3840480"/>
            <a:ext cx="182880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400+ интеграций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937760" y="3840480"/>
            <a:ext cx="18288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3840480"/>
            <a:ext cx="182880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node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Ключевые концепции n8n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строится из нод (nodes), соединённых в workflow. Каждая нода — одна операция: получить данные, обработать, отправить.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1737360"/>
            <a:ext cx="1645920" cy="109728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373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965960" y="1737360"/>
            <a:ext cx="1645920" cy="1097280"/>
          </a:xfrm>
          <a:prstGeom prst="rect">
            <a:avLst/>
          </a:prstGeom>
          <a:solidFill>
            <a:srgbClr val="EA4B7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6596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94760" y="1737360"/>
            <a:ext cx="164592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Search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623560" y="1737360"/>
            <a:ext cx="1645920" cy="10972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Calculator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23760" y="2011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452360" y="1737360"/>
            <a:ext cx="1645920" cy="109728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73736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73152" cy="41148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089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03120" y="310896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запускает workflow: webhook, расписание, email, Telegram-сообщение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73152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118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61188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Нода с LLM (GPT-4, Claude), подключёнными tools и memory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73152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103120" y="411480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 другие ноды: API, базы данных, скрапинг, калькулятор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6177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4617720"/>
            <a:ext cx="6583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отправить результат: Slack, email, CRM, Google Sheets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нода: LangChain внутри n8n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0F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4B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Это самая мощная нода в n8n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нода под капотом использует LangChain. Вы получаете полноценного AI-агента с reasoning, tools и memory — но настраиваете всё визуально.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можно подключить к AI Agent: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 — GPT-4o, Claude 3.5, Gemini, Ollama (локальные модели)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— Window Buffer, Token Buffer, Zep, Redis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Tools — любые другие ноды n8n: HTTP Request, Google Sheets, SQL, Code, Wikipedia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Parser — структурированный вывод в JSON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сам решает, какие tools вызвать, анализирует результаты и формирует ответ. Вся магия ReAct-цикла — без единой строки кода.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Пример: AI-обработка входящих писем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пишет на support@company.com. Агент классифицирует письмо, отвечает или эскалирует.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" y="1645920"/>
            <a:ext cx="1664208" cy="164592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6916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" y="23317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письмо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19072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1664208" cy="1645920"/>
          </a:xfrm>
          <a:prstGeom prst="rect">
            <a:avLst/>
          </a:prstGeom>
          <a:solidFill>
            <a:srgbClr val="EA4B7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6916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3317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ответ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47872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49040" y="1645920"/>
            <a:ext cx="1664208" cy="1645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6916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Switch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94760" y="23317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76672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577840" y="1645920"/>
            <a:ext cx="1664208" cy="16459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23560" y="16916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23560" y="23317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Автоответ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205472" y="219456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406640" y="1645920"/>
            <a:ext cx="1664208" cy="16459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691640"/>
            <a:ext cx="1572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Jira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2331720"/>
            <a:ext cx="1572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Тикет для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Этот workflow собирается за 15 минут без кода. На LangChain это потребовало бы ~150 строк Python + настройка Gmail API + Jira SDK + error handling.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Пример: RAG-бот для базы знаний компании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011680" cy="146304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Webhook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сотрудника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2011680" cy="14630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2628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800600" y="1097280"/>
            <a:ext cx="2011680" cy="1463040"/>
          </a:xfrm>
          <a:prstGeom prst="rect">
            <a:avLst/>
          </a:prstGeom>
          <a:solidFill>
            <a:srgbClr val="EA4B7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15544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2011680" cy="1463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6600" y="1143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8660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источниками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78892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поддерживает векторные хранилища: Pinecone, Qdrant, Supabase, in-memory. Документы загружаются через отдельный workflow (Confluence → embeddings → vector store).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Сотрудник пишет в Telegram → бот ищет по базе знаний → AI генерирует ответ с ссылками на документы.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Внедрение: 2 часа вместо 2 недель разработки. И маркетолог может сам добавить новый источник документов.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B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Пример: автоматизация контента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понедельник в 9:00 workflow запускается по расписанию: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91440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Trigger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554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Cron: каждый пн 9:00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28800" y="210312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RSS Feed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5 отраслевых блогов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914400" cy="45720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0:10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26517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трендов, генерация поста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0:15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28800" y="3200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 #2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200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изображения через DALL-E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9144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49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0:20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28800" y="37490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WordPress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749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черновика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97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0:21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28800" y="4297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4297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Уведомление: «Новый пост готов к ревью»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команда маркетинга получает 4 черновика в месяц, тратя 0 часов на первичное создание.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сильных сторон n8n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45920" cy="3749040"/>
          </a:xfrm>
          <a:prstGeom prst="rect">
            <a:avLst/>
          </a:prstGeom>
          <a:solidFill>
            <a:srgbClr val="EA4B7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914400" cy="914400"/>
          </a:xfrm>
          <a:prstGeom prst="ellipse">
            <a:avLst/>
          </a:prstGeom>
          <a:solidFill>
            <a:srgbClr val="EA4B7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Drag &amp; Drop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74320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редактор.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Нулевой порог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входа.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75104" y="1051560"/>
            <a:ext cx="1645920" cy="37490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40864" y="123444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4356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6544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400+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интеграций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066544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Slack,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Sheets,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Telegram, SQL...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67328" y="1051560"/>
            <a:ext cx="1645920" cy="3749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33088" y="12344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35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858768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 на своём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сервере. Данные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остаются у вас.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59552" y="1051560"/>
            <a:ext cx="1645920" cy="37490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25312" y="12344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3560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0992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650992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капотом.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RAG,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51776" y="1051560"/>
            <a:ext cx="1645920" cy="3749040"/>
          </a:xfrm>
          <a:prstGeom prst="rect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17536" y="1234440"/>
            <a:ext cx="914400" cy="91440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1435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443216" y="2834640"/>
            <a:ext cx="1463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готовых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рецептов.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Ограничения n8n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— мощный, но не для всего. Вот где он уступает коду: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200400" cy="5303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8191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Сложная логика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58191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Циклы с условиями, мультиагентный debate, кастомные memory-стратегии — проще написать кодом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3200400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22199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Версионирование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222199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нативного git для workflows. Экспорт/импорт JSON — но это не полноценный version control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3200400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620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86207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unit-тестов для нод. Нельзя запустить CI/CD pipeline с автоматической evaluation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3200400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50215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50215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высоконагруженных систем (1000+ запросов/мин) нужна тонкая настройка и масштабирование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3200400" cy="53035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14223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Отладка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4142232"/>
            <a:ext cx="4572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 в визуальном редакторе сложнее отлаживать, чем traceback в коде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 no-code / low-code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и Zapier: коммерческие альтернативы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(ex-Integromat)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редактор с «пузырьками» и маршрутами. Мощнее Zapier в сложных сценариях.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AI-модули: OpenAI, Anthropic, HuggingFace. Можно собрать цепочку промптов.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от $9/мес. Облачный, нет self-host.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всего для: сложных интеграций между SaaS-сервисами с AI-обработкой.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популярный no-code инструмент. 6000+ интеграций. Простейший интерфейс.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встроенные AI actions, ChatGPT-интеграция, Zapier Central (AI-ассистент).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от $20/мес. Только облако.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всего для: простых автоматизаций «если X — то Y» с AI-обогащением.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Flowise и Langflow: визуальный LangChain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Эти платформы специализируются именно на AI — в отличие от n8n/Make, которые являются general-purpose automation tools с AI-возможностями.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73152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64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визуальный редактор для LangChain. Drag-and-drop сборка chains, agents, RAG-пайплайнов. Встроенный chatbot widget для embedding на сайт. Идеален для быстрого прототипа RAG-бота.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88920"/>
            <a:ext cx="73152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163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Langflow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Также open-source, от DataStax. Более продвинутый UI, поддержка custom components. Экспорт workflow в Python-код. Ближе к production — можно начать визуально и перейти на код.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40480"/>
            <a:ext cx="73152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8679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платформа (есть OSS-версия). Prompt IDE + RAG + Agents + Analytics в одном. Фокус на «AI-приложения как продукт». Хорош для стартапов.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Большое сравнение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Сравнительная таблица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03920" cy="4572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789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828800" y="10789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383280" y="107899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SDK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37760" y="10789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10789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0" y="107899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850392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15087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37760" y="1508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0" y="1508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80960" y="1508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2880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0116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20116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2011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OpenAI+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8096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Любые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2514600"/>
            <a:ext cx="850392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Мультиагенты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(граф)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(handoff)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514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0" y="2514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680960" y="2514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017520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Интеграции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код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3017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код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3017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0" y="3017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80960" y="30175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API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3520440"/>
            <a:ext cx="850392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Self-host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2880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8328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37760" y="35204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0" y="3520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680960" y="35204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4023360"/>
            <a:ext cx="850392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Цена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82880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383280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93776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Бесплатно*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00800" y="40233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$9+/мес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680960" y="4023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4526280"/>
            <a:ext cx="8503920" cy="50292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54" name="Text 52"/>
          <p:cNvSpPr/>
          <p:nvPr/>
        </p:nvSpPr>
        <p:spPr>
          <a:xfrm>
            <a:off x="27432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Порог входа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82880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383280" y="45262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37760" y="45262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00800" y="45262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Низкий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680960" y="45262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выбрать инструмент?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0058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Ваша задача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↙ Сложный reasoning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840480" cy="5486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Нужен код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2011680" cy="9144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OpenAI?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Agents SDK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2834640"/>
            <a:ext cx="2011680" cy="914400"/>
          </a:xfrm>
          <a:prstGeom prst="rect">
            <a:avLst/>
          </a:prstGeom>
          <a:solidFill>
            <a:srgbClr val="6D28D9">
              <a:alpha val="6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LangGraph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/ автоматизация 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011680"/>
            <a:ext cx="3840480" cy="548640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кода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2011680" cy="914400"/>
          </a:xfrm>
          <a:prstGeom prst="rect">
            <a:avLst/>
          </a:prstGeom>
          <a:solidFill>
            <a:srgbClr val="EA4B7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нужен?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n8n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0" y="2834640"/>
            <a:ext cx="2011680" cy="914400"/>
          </a:xfrm>
          <a:prstGeom prst="rect">
            <a:avLst/>
          </a:prstGeom>
          <a:solidFill>
            <a:srgbClr val="EA4B71">
              <a:alpha val="6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Облако ОК?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Make / Zapier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AI-бота → Flowise / Langflow. Быстро, визуально, экспорт в код.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Гибридный подход: код + no-code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Лучшая стратегия — не «или/или», а «и»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практике в одном проекте часто используют оба подхода.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агента — LangGraph: сложный reasoning, мультимодальность, RAG с кастомным retriever. Это то, что требует полного контроля и тестирования.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Интеграции и триггеры — n8n: «когда пришёл email → вызови API нашего агента → запиши результат в CRM → отправь уведомление в Slack». n8n становится «клеем» между вашим кодовым агентом и десятками внешних сервисов.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идеальная комбинация: разработчик пишет ядро, а бизнес-аналитик настраивает входы и выходы визуально. Каждый делает то, в чём силён.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Практические паттерны n8n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самых частых паттерна с n8n +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EA4B7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входящих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Email/chat → AI классификация → маршрутизация → ответ/эскалация. Саппорт, HR-бот, FAQ.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1887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Генерация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контента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18288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 → парсинг источников → AI пишет текст → публикация. Блоги, соцсети, newsletters.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контакт в CRM → AI ищет компанию в LinkedIn → обогащает карточку → уведомление sales.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200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RAG-бот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→ Vector Store → AI Agent → ответ с источниками. Внутренний knowledge base.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B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Советы по работе с n8n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3152" cy="5303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0241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Начинайте с шаблона — в n8n есть 1000+ готовых workflows. Не стройте с нуля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3152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6420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Workflow — создайте отдельный workflow для обработки ошибок и алертов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3152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30428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— храните API-ключи в Credentials, не в нодах. Безопасность прежде всего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73152" cy="5303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9443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Sub-workflows — разбивайте сложные workflows на подпроцессы. Как функции в коде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3152" cy="5303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58444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Pinning — «закрепляйте» (pin) тестовые данные для отладки без повторных вызовов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06240"/>
            <a:ext cx="73152" cy="5303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2452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 Wait — для workflows, которые ждут ответа пользователя (human-in-the-loop)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Деплой n8n: 3 варианта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3474720"/>
          </a:xfrm>
          <a:prstGeom prst="rect">
            <a:avLst/>
          </a:prstGeom>
          <a:solidFill>
            <a:srgbClr val="1E1B2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4B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(self-host)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n8n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 5678:5678 \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n8nio/n8n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Полный контроль.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Данные у вас.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Нужен DevOps.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Cloud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Облачный хостинг от n8n.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ничего настраивать. Автообновления.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€20/мес.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небольших команд и прототипов.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465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Railway / Render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6520" y="1691640"/>
            <a:ext cx="2286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из GitHub одной кнопкой.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Railway: $5/мес.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Render: бесплатный tier.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Компромисс: облако, но ваш instance.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и другие код-фреймворки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CrewAI: мультиагентные команды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— фреймворк для создания команд AI-агентов, где каждый агент имеет роль, цель и backstory. Агенты сотрудничают для решения задачи.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Метафора: вы нанимаете виртуальную команду — исследователь, аналитик, редактор — и они работают вместе, передавая задачи друг другу.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0" y="1051560"/>
            <a:ext cx="3108960" cy="1463040"/>
          </a:xfrm>
          <a:prstGeom prst="rect">
            <a:avLst/>
          </a:prstGeom>
          <a:solidFill>
            <a:srgbClr val="1E1B2E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0" y="1188720"/>
            <a:ext cx="1645920" cy="3200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0" y="1188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600200"/>
            <a:ext cx="16459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852160" y="1600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2011680"/>
            <a:ext cx="164592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0116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Плюсы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154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Интуитивная «ролевая» модель.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API (Agent, Task, Crew).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прототип мультиагента.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 для генерации контента.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Минусы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31546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Ограниченный контроль потока.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циклов и conditions как в LangGraph.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Vendor-agnostic, но менее зрелый.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Сложно отлаживать при &gt;5 агентах.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AutoGen: агенты-собеседники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от Microsoft — фреймворк, где агенты общаются друг с другом в формате чата. Каждый агент — это «участник беседы» с определённой ролью.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идея: мультиагентный диалог. Агенты обсуждают задачу, критикуют решения друг друга и приходят к консенсусу. Это полезно для задач, где нужна самопроверка и итеративное улучшение.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 AG2 (2024): обновлённая версия с поддержкой моделей от разных провайдеров, улучшенным управлением группами агентов и встроенными паттернами (Sequential, Round Robin, Selector).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Идеален для: code review, brainstorming, задач с несколькими точками зрения. Менее подходит для production-пайплайнов с чёткой логикой.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Ещё несколько альтернатив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Фреймворк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0789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Особенность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0789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использовать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Haystack (deepset)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1508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Фокус на NLP/RAG pipelines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QA по документам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48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LlamaIndex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148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Фреймворк для RAG и data agents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1488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разными типами данных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Kernel (MS)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C#/Python, enterprise-grade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788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Корпоративные .NET-решения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290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Composio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tool-интеграций для агентов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3429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нужны готовые tools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0690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Botpress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0" y="4069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chatbot builder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43600" y="4069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Клиентские чат-боты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315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Лучшие практики и задание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Когда какой инструмент выбрать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Сложный reasoning, итеративные агенты, production с CI/CD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6400800" cy="5486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709928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SDK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47672"/>
            <a:ext cx="6126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Быстрый старт, экосистема OpenAI, handoffs, guardrails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7315200" cy="548640"/>
          </a:xfrm>
          <a:prstGeom prst="rect">
            <a:avLst/>
          </a:prstGeom>
          <a:solidFill>
            <a:srgbClr val="EA4B7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39572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с AI, 400+ интеграций, self-host, no-code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5486400" cy="5486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815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/ Zapier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319272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SaaS-автоматизации с AI-обогащением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4572000" cy="5486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76732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Flowise / Langflow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0050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RAG-прототипы, визуальный LangChain, быстрый старт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5943600" cy="54864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4453128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 / AutoGen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690872"/>
            <a:ext cx="5669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Мультиагентные сценарии, brainstorming, генерация контента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8229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полосы ≈ широта применения инструмента.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 выбора инструмента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Начните с задачи,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с инструмента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«хочу использовать n8n»,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«нужно автоматизировать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обработку заявок»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Прототип → no-code,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→ код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Flowise для PoC за 1 день.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для прода через месяц.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 как клей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на LangGraph.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Входы/выходы через n8n.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делает своё.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Не переусложняйте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Zapier решает задачу —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пишите 500 строк кода.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Simplicity is a feature.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Тестируйте при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смене инструмента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LangChain → OpenAI SDK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может изменить поведение.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Регрессионные тесты!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46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Следите за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1B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экосистемой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88620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Ландшафт меняется каждые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месяца. Подписка на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релизы спасает время.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Подводные камни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200400" cy="5943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7899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Vendor lock-in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0" y="107899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SDK привязывает к OpenAI. Make/Zapier — к облаку. n8n — к формату workflow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64792"/>
            <a:ext cx="32004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92224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Shiny object syndrome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179222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неделю выходит новый фреймворк. Не переписывайте проект каждый раз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78024"/>
            <a:ext cx="32004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05456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No-code = no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25054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визуальном редакторе сложнее: version control, testing, code review, rollback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3200400" cy="5943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18688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Скрытая сложность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32186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«Простой» workflow в n8n может стать монстром из 50 нод. Декомпозируйте!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04488"/>
            <a:ext cx="32004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319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0" y="39319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n8n хранит credentials. Настройте шифрование, доступы, аудит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02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Попробуйте альтернативный инструмент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Установите n8n локально через Docker (docker run n8nio/n8n) или зарегистрируйтесь на n8n.cloud. Откройте редактор и изучите интерфейс — перетащите несколько нод, соедините их.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Соберите первый workflow: Webhook → AI Agent (подключите OpenAI) → HTTP Response. Отправьте запрос через curl — убедитесь, что агент отвечает.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Добавьте tool: подключите к AI Agent ноду Wikipedia или Calculator. Проверьте, что агент сам решает, когда вызвать tool.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Усложните: добавьте memory (Window Buffer), чтобы агент помнил контекст беседы. Сравните ответы с и без memory.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пересоберите своего research-агента из лекции 5 в n8n. Сколько времени заняло? Что проще, что сложнее? Что потеряли vs что выиграли?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0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6D28D9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A78BFA">
              <a:alpha val="8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47548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SDK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Минимализм: Agent + Tool + Handoff + Guardrail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1828800" cy="475488"/>
          </a:xfrm>
          <a:prstGeom prst="rect">
            <a:avLst/>
          </a:prstGeom>
          <a:solidFill>
            <a:srgbClr val="EA4B7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AI-агенты с 400+ интеграциями, self-host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828800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/ Zapier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139696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Простые автоматизации с AI-обогащением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18288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Flowise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Визуальный LangChain для RAG-прототипов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182880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CrewAI / AutoGen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27355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Мультиагентные команды и диалоги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6D28D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605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Финальный проект — объединяем все знания в один production-ready агент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20: Альтернативные фреймворки</dc:title>
  <dc:subject>PptxGenJS Presentation</dc:subject>
  <dc:creator>PptxGenJS</dc:creator>
  <cp:lastModifiedBy>PptxGenJS</cp:lastModifiedBy>
  <cp:revision>1</cp:revision>
  <dcterms:created xsi:type="dcterms:W3CDTF">2026-03-12T19:46:27Z</dcterms:created>
  <dcterms:modified xsi:type="dcterms:W3CDTF">2026-03-12T19:46:27Z</dcterms:modified>
</cp:coreProperties>
</file>